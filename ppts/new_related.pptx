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1048"/>
    <a:srgbClr val="E69F00"/>
    <a:srgbClr val="00A4FF"/>
    <a:srgbClr val="FF5F00"/>
    <a:srgbClr val="0072B2"/>
    <a:srgbClr val="5B8EFD"/>
    <a:srgbClr val="F4B301"/>
    <a:srgbClr val="FFED92"/>
    <a:srgbClr val="DCCD7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35"/>
    <p:restoredTop sz="94694"/>
  </p:normalViewPr>
  <p:slideViewPr>
    <p:cSldViewPr snapToGrid="0">
      <p:cViewPr>
        <p:scale>
          <a:sx n="136" d="100"/>
          <a:sy n="136" d="100"/>
        </p:scale>
        <p:origin x="192" y="4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12A96-EE8B-BD74-729F-BBE0A2EB1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C2676D-39F4-88EC-7D12-7C4F45A6B8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4CA28-6A9E-1C59-34B2-7FFFDDC4C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9DDF4-80B6-274F-9F1B-E04B1FC5EB8E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116AA-845D-8F27-C8A3-65194A9A2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76B90-1178-90A0-ED0D-605D458AE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E480-52C9-D540-BDA0-504D2259B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3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92BA9-FC51-DDB1-CD26-670CFAF76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38B41-CB51-BB23-94CD-D2ABAE025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12E09-15EC-0996-6678-E5F2440F7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9DDF4-80B6-274F-9F1B-E04B1FC5EB8E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3F751-CDF1-8A95-D4DD-F9AD3BCAA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5AB92-33E8-50BC-C935-17AC970F6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E480-52C9-D540-BDA0-504D2259B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584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DECAC-FF8B-1A13-BB1E-3DC3AC718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E7CA8-9DB7-6B79-06A0-6286914D2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26CFE-5697-B32B-80A6-C547374AA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9DDF4-80B6-274F-9F1B-E04B1FC5EB8E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7036C5-B373-3A59-E63C-1C24648BA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043FF-742A-8CDA-8206-53251FCE8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E480-52C9-D540-BDA0-504D2259B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289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78285-9800-750F-6260-3DA7A3986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3A722-CA4D-CD48-6501-F3438DA597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728A6B-6425-1C60-0EE6-B1249AB6FE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DF2FC8-C81B-D4AD-4E25-8B6773AE2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9DDF4-80B6-274F-9F1B-E04B1FC5EB8E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F3F3DA-2517-86DD-4F29-CE72C7C25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E6F804-295E-71C6-F6B5-E91BDA67B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E480-52C9-D540-BDA0-504D2259B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521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B4EC9-CFF2-3DC9-7B92-7FAC51EF8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2666B-8E39-2A23-266E-6DD5E5E89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6914D2-D42C-FD0B-B96E-490C7FB599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B27A7D-001D-1E5B-6913-3AF5943DB0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73BBA7-1821-6DF9-66E8-4BFEC0AF05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7A7D3A-9071-E7C9-AB3F-7E7856D9A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9DDF4-80B6-274F-9F1B-E04B1FC5EB8E}" type="datetimeFigureOut">
              <a:rPr lang="en-US" smtClean="0"/>
              <a:t>9/7/26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9A27E5-FC78-B37D-B4FA-B202FAA58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E767DF-F830-FF1B-FEC5-3D83A823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E480-52C9-D540-BDA0-504D2259B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90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465CA-E9C4-7390-13F2-C0AD9EC62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7E962B-0C9A-62AD-E198-2EFB59C69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9DDF4-80B6-274F-9F1B-E04B1FC5EB8E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6D723E-D891-F171-7727-24AAB83BF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03D1A0-1FED-0E8A-DD97-3E2D7B28A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E480-52C9-D540-BDA0-504D2259B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04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083F04-A830-3287-5D45-B9D17A3BF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9DDF4-80B6-274F-9F1B-E04B1FC5EB8E}" type="datetimeFigureOut">
              <a:rPr lang="en-US" smtClean="0"/>
              <a:t>9/7/26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D8ECAE-8C72-3BF3-ECAC-AB1D985E0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C7B988-DCC6-E842-4D89-50BF905A7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E480-52C9-D540-BDA0-504D2259B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216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34B5D-9C8E-3D57-3EAF-9D7750904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F6566-942F-0757-E665-F3EDCDE40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11DC6-003B-423E-DD40-6393CAC39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1234B-A0C4-C181-2247-422E7FFBE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9DDF4-80B6-274F-9F1B-E04B1FC5EB8E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49C662-7ACD-C144-0D6A-4D6E517DE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927D1-584F-9299-16D3-95A20D581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E480-52C9-D540-BDA0-504D2259B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093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3DBCE-45FD-3E9A-05CA-DB163EEBF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33B0A8-4782-08E3-93D7-201C196F1B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28C6A-955C-46C8-8C21-455CA090C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3D65DB-553B-8465-FEB5-D6CFECB8C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9DDF4-80B6-274F-9F1B-E04B1FC5EB8E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04A0E-5E08-4E38-D5A0-1DE3FA505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AB567-58A2-D6D6-282C-336D88A79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E480-52C9-D540-BDA0-504D2259B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09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40D4C-24E0-3DDD-42D5-B33BD3091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A05BC1-A723-3F3C-E636-B2FBC3ECE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41E36-C6BD-3554-4CE2-EF1C95AFE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9DDF4-80B6-274F-9F1B-E04B1FC5EB8E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8967F-400E-0865-2E27-3C2478B33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2FFD9-3E85-3354-EF20-C64650EB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E480-52C9-D540-BDA0-504D2259B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711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FE8FD9-50FB-E182-37A6-3267E3E5D8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C37D05-9A22-5FF9-1120-7F61C97848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EDE1E-7B6B-3391-02B6-3E711F983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89DDF4-80B6-274F-9F1B-E04B1FC5EB8E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0BD22-0A82-C761-4B1E-FE8418E6F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8D5DE-7264-5118-C80F-4431B8438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06E480-52C9-D540-BDA0-504D2259B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281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116425-C307-1B8F-BD72-5C8EC2CA8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E54B9E-FB42-FDE0-F906-FC0AD1ACC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58FEC-AEB1-38C7-0B61-0617A87C98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89DDF4-80B6-274F-9F1B-E04B1FC5EB8E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D38BD-A3F3-14C1-BF4B-AF30CF654C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DB219-8593-727B-FE99-F1CF4DA467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06E480-52C9-D540-BDA0-504D2259B5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502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roup 54">
            <a:extLst>
              <a:ext uri="{FF2B5EF4-FFF2-40B4-BE49-F238E27FC236}">
                <a16:creationId xmlns:a16="http://schemas.microsoft.com/office/drawing/2014/main" id="{EF9C0FA1-E1B2-A345-D755-C4D479FCB8B4}"/>
              </a:ext>
            </a:extLst>
          </p:cNvPr>
          <p:cNvGrpSpPr/>
          <p:nvPr/>
        </p:nvGrpSpPr>
        <p:grpSpPr>
          <a:xfrm>
            <a:off x="708859" y="583987"/>
            <a:ext cx="3340199" cy="5694978"/>
            <a:chOff x="708859" y="583987"/>
            <a:chExt cx="3340199" cy="5694978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4301C9C1-2289-6D76-53A1-96D6417A262F}"/>
                </a:ext>
              </a:extLst>
            </p:cNvPr>
            <p:cNvGrpSpPr/>
            <p:nvPr/>
          </p:nvGrpSpPr>
          <p:grpSpPr>
            <a:xfrm>
              <a:off x="708859" y="583987"/>
              <a:ext cx="2848849" cy="2845014"/>
              <a:chOff x="708859" y="583987"/>
              <a:chExt cx="2848849" cy="2845014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A0980F06-8912-70BE-9935-F7C0632A1B28}"/>
                  </a:ext>
                </a:extLst>
              </p:cNvPr>
              <p:cNvSpPr/>
              <p:nvPr/>
            </p:nvSpPr>
            <p:spPr>
              <a:xfrm>
                <a:off x="714615" y="583987"/>
                <a:ext cx="2843093" cy="2845014"/>
              </a:xfrm>
              <a:prstGeom prst="rect">
                <a:avLst/>
              </a:prstGeom>
              <a:solidFill>
                <a:srgbClr val="00A4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AABA7896-448F-502E-0EA1-089632A52E93}"/>
                  </a:ext>
                </a:extLst>
              </p:cNvPr>
              <p:cNvSpPr/>
              <p:nvPr/>
            </p:nvSpPr>
            <p:spPr>
              <a:xfrm>
                <a:off x="979716" y="864454"/>
                <a:ext cx="149838" cy="14983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D98EBB3-7443-A231-399B-A11E4684D760}"/>
                  </a:ext>
                </a:extLst>
              </p:cNvPr>
              <p:cNvSpPr txBox="1"/>
              <p:nvPr/>
            </p:nvSpPr>
            <p:spPr>
              <a:xfrm>
                <a:off x="708859" y="916422"/>
                <a:ext cx="92592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Lumos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1B692460-2B8D-D4C3-1251-2D0DE15CC29A}"/>
                  </a:ext>
                </a:extLst>
              </p:cNvPr>
              <p:cNvSpPr/>
              <p:nvPr/>
            </p:nvSpPr>
            <p:spPr>
              <a:xfrm>
                <a:off x="1831363" y="714616"/>
                <a:ext cx="149838" cy="14983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FB7EF645-2FCC-F6F1-DF0F-7EF4645E99D9}"/>
                  </a:ext>
                </a:extLst>
              </p:cNvPr>
              <p:cNvSpPr/>
              <p:nvPr/>
            </p:nvSpPr>
            <p:spPr>
              <a:xfrm>
                <a:off x="1565622" y="1262538"/>
                <a:ext cx="149838" cy="14983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4D8E7E5-6E3D-511C-7AC8-DC4A164A4BB2}"/>
                  </a:ext>
                </a:extLst>
              </p:cNvPr>
              <p:cNvSpPr/>
              <p:nvPr/>
            </p:nvSpPr>
            <p:spPr>
              <a:xfrm>
                <a:off x="2899444" y="789535"/>
                <a:ext cx="149838" cy="14983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1C46FCD1-64D9-FF83-198A-C76E25F66780}"/>
                  </a:ext>
                </a:extLst>
              </p:cNvPr>
              <p:cNvSpPr/>
              <p:nvPr/>
            </p:nvSpPr>
            <p:spPr>
              <a:xfrm>
                <a:off x="2524205" y="1139798"/>
                <a:ext cx="149838" cy="14983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31F24054-D7C2-91F5-4C78-4DE1F6BE8FF5}"/>
                  </a:ext>
                </a:extLst>
              </p:cNvPr>
              <p:cNvSpPr/>
              <p:nvPr/>
            </p:nvSpPr>
            <p:spPr>
              <a:xfrm>
                <a:off x="1102659" y="1685365"/>
                <a:ext cx="149838" cy="14983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EC229021-0813-45E3-6EF9-6F18B4DF9557}"/>
                  </a:ext>
                </a:extLst>
              </p:cNvPr>
              <p:cNvSpPr/>
              <p:nvPr/>
            </p:nvSpPr>
            <p:spPr>
              <a:xfrm>
                <a:off x="2749606" y="1685365"/>
                <a:ext cx="149838" cy="14983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28D8F8-821D-6B14-79AD-6A775C5198BD}"/>
                  </a:ext>
                </a:extLst>
              </p:cNvPr>
              <p:cNvSpPr txBox="1"/>
              <p:nvPr/>
            </p:nvSpPr>
            <p:spPr>
              <a:xfrm>
                <a:off x="804263" y="1749333"/>
                <a:ext cx="92592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GraphChi</a:t>
                </a:r>
                <a:endParaRPr lang="en-US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11D190E-4588-B950-97B3-7F1F504F03F7}"/>
                  </a:ext>
                </a:extLst>
              </p:cNvPr>
              <p:cNvSpPr txBox="1"/>
              <p:nvPr/>
            </p:nvSpPr>
            <p:spPr>
              <a:xfrm>
                <a:off x="1195509" y="1319502"/>
                <a:ext cx="105015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GridGraph</a:t>
                </a:r>
                <a:endParaRPr lang="en-US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4914300F-23DF-365C-E26D-7D1F6B8C740F}"/>
                  </a:ext>
                </a:extLst>
              </p:cNvPr>
              <p:cNvSpPr txBox="1"/>
              <p:nvPr/>
            </p:nvSpPr>
            <p:spPr>
              <a:xfrm>
                <a:off x="2361562" y="1728126"/>
                <a:ext cx="92592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X-Stream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3259F67-C62D-0EEB-75F5-2EFAABF14CA6}"/>
                  </a:ext>
                </a:extLst>
              </p:cNvPr>
              <p:cNvSpPr txBox="1"/>
              <p:nvPr/>
            </p:nvSpPr>
            <p:spPr>
              <a:xfrm>
                <a:off x="2017700" y="1200617"/>
                <a:ext cx="119102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WonderLand</a:t>
                </a:r>
                <a:endParaRPr lang="en-US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E30519CB-3C96-3AB3-9D57-459B21CB9423}"/>
                  </a:ext>
                </a:extLst>
              </p:cNvPr>
              <p:cNvSpPr txBox="1"/>
              <p:nvPr/>
            </p:nvSpPr>
            <p:spPr>
              <a:xfrm>
                <a:off x="2662590" y="846588"/>
                <a:ext cx="794655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V-Part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0BD2BC1-ABD6-C5A9-8CB4-71DCF58C566F}"/>
                  </a:ext>
                </a:extLst>
              </p:cNvPr>
              <p:cNvSpPr txBox="1"/>
              <p:nvPr/>
            </p:nvSpPr>
            <p:spPr>
              <a:xfrm>
                <a:off x="1389535" y="751760"/>
                <a:ext cx="1126994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TurboGraph</a:t>
                </a:r>
                <a:endParaRPr lang="en-US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46A5AAB-EB6C-58AC-671A-4D4211D3DFEF}"/>
                  </a:ext>
                </a:extLst>
              </p:cNvPr>
              <p:cNvSpPr/>
              <p:nvPr/>
            </p:nvSpPr>
            <p:spPr>
              <a:xfrm>
                <a:off x="1707783" y="2120562"/>
                <a:ext cx="149838" cy="14983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5BC1240-485D-83A5-EFCC-E737051F19D0}"/>
                  </a:ext>
                </a:extLst>
              </p:cNvPr>
              <p:cNvSpPr txBox="1"/>
              <p:nvPr/>
            </p:nvSpPr>
            <p:spPr>
              <a:xfrm>
                <a:off x="1506076" y="2187451"/>
                <a:ext cx="511624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CLIP</a:t>
                </a: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159C931B-DD7B-76FB-322C-4A73CD03B9D7}"/>
                  </a:ext>
                </a:extLst>
              </p:cNvPr>
              <p:cNvSpPr/>
              <p:nvPr/>
            </p:nvSpPr>
            <p:spPr>
              <a:xfrm>
                <a:off x="2599124" y="2082231"/>
                <a:ext cx="149838" cy="14983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0847BD3-3077-3C56-0BC5-0F7764949BA9}"/>
                  </a:ext>
                </a:extLst>
              </p:cNvPr>
              <p:cNvSpPr txBox="1"/>
              <p:nvPr/>
            </p:nvSpPr>
            <p:spPr>
              <a:xfrm>
                <a:off x="2190908" y="2108817"/>
                <a:ext cx="1116107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AsyncStripe</a:t>
                </a:r>
                <a:endParaRPr lang="en-US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B9532C9-C812-A048-3874-21831BBBD8EB}"/>
                  </a:ext>
                </a:extLst>
              </p:cNvPr>
              <p:cNvSpPr/>
              <p:nvPr/>
            </p:nvSpPr>
            <p:spPr>
              <a:xfrm>
                <a:off x="1120590" y="2563982"/>
                <a:ext cx="149838" cy="14983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1D7069B-8983-035E-4537-6D11EB9BC9E6}"/>
                  </a:ext>
                </a:extLst>
              </p:cNvPr>
              <p:cNvSpPr txBox="1"/>
              <p:nvPr/>
            </p:nvSpPr>
            <p:spPr>
              <a:xfrm>
                <a:off x="732546" y="2606743"/>
                <a:ext cx="1069360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FlashGraph</a:t>
                </a:r>
                <a:endParaRPr lang="en-US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7" name="Oval 26">
                <a:extLst>
                  <a:ext uri="{FF2B5EF4-FFF2-40B4-BE49-F238E27FC236}">
                    <a16:creationId xmlns:a16="http://schemas.microsoft.com/office/drawing/2014/main" id="{4BC06705-924A-1EFD-783D-515F4071C288}"/>
                  </a:ext>
                </a:extLst>
              </p:cNvPr>
              <p:cNvSpPr/>
              <p:nvPr/>
            </p:nvSpPr>
            <p:spPr>
              <a:xfrm>
                <a:off x="2405744" y="2543951"/>
                <a:ext cx="149838" cy="14983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F6423CB-3493-1A3C-9AA3-E4D509D91650}"/>
                  </a:ext>
                </a:extLst>
              </p:cNvPr>
              <p:cNvSpPr txBox="1"/>
              <p:nvPr/>
            </p:nvSpPr>
            <p:spPr>
              <a:xfrm>
                <a:off x="2074369" y="2574967"/>
                <a:ext cx="962425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Graphene</a:t>
                </a: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ED6E219A-711F-3460-AB52-E3EC80ADFD87}"/>
                  </a:ext>
                </a:extLst>
              </p:cNvPr>
              <p:cNvSpPr/>
              <p:nvPr/>
            </p:nvSpPr>
            <p:spPr>
              <a:xfrm>
                <a:off x="3050634" y="2706212"/>
                <a:ext cx="149838" cy="14983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26D316A-DE00-6D43-A5C9-5E474E08C3D6}"/>
                  </a:ext>
                </a:extLst>
              </p:cNvPr>
              <p:cNvSpPr txBox="1"/>
              <p:nvPr/>
            </p:nvSpPr>
            <p:spPr>
              <a:xfrm>
                <a:off x="2824525" y="2736549"/>
                <a:ext cx="62489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Blaze</a:t>
                </a: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1FEE6B25-C89E-AE55-68A4-A2BA4C6219B2}"/>
                </a:ext>
              </a:extLst>
            </p:cNvPr>
            <p:cNvGrpSpPr/>
            <p:nvPr/>
          </p:nvGrpSpPr>
          <p:grpSpPr>
            <a:xfrm>
              <a:off x="714615" y="3429000"/>
              <a:ext cx="2843093" cy="2849965"/>
              <a:chOff x="714615" y="3429000"/>
              <a:chExt cx="2843093" cy="2849965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4E5BB3D-F6CD-DB70-971C-4376BA5A454D}"/>
                  </a:ext>
                </a:extLst>
              </p:cNvPr>
              <p:cNvSpPr/>
              <p:nvPr/>
            </p:nvSpPr>
            <p:spPr>
              <a:xfrm>
                <a:off x="714615" y="3429000"/>
                <a:ext cx="2843093" cy="2845014"/>
              </a:xfrm>
              <a:prstGeom prst="rect">
                <a:avLst/>
              </a:prstGeom>
              <a:solidFill>
                <a:srgbClr val="E69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A7B22EEA-A61A-5C21-85F1-DBC965985432}"/>
                  </a:ext>
                </a:extLst>
              </p:cNvPr>
              <p:cNvSpPr/>
              <p:nvPr/>
            </p:nvSpPr>
            <p:spPr>
              <a:xfrm>
                <a:off x="1035565" y="3804690"/>
                <a:ext cx="149838" cy="14983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EF799F1-DCDC-939E-89EB-4B09D6A81E28}"/>
                  </a:ext>
                </a:extLst>
              </p:cNvPr>
              <p:cNvSpPr txBox="1"/>
              <p:nvPr/>
            </p:nvSpPr>
            <p:spPr>
              <a:xfrm>
                <a:off x="771707" y="3855470"/>
                <a:ext cx="75616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Gemini</a:t>
                </a: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C46E6102-087D-2669-0626-F2E9301CCD1A}"/>
                  </a:ext>
                </a:extLst>
              </p:cNvPr>
              <p:cNvSpPr/>
              <p:nvPr/>
            </p:nvSpPr>
            <p:spPr>
              <a:xfrm>
                <a:off x="2738185" y="3633345"/>
                <a:ext cx="149838" cy="15917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E03DD48-7963-D35C-EFBE-1429DA7B2D88}"/>
                  </a:ext>
                </a:extLst>
              </p:cNvPr>
              <p:cNvSpPr txBox="1"/>
              <p:nvPr/>
            </p:nvSpPr>
            <p:spPr>
              <a:xfrm>
                <a:off x="2310136" y="3709206"/>
                <a:ext cx="1155773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PowerGraph</a:t>
                </a:r>
                <a:endParaRPr lang="en-US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16348208-3AAA-EF50-030F-47EE09098DF0}"/>
                  </a:ext>
                </a:extLst>
              </p:cNvPr>
              <p:cNvSpPr/>
              <p:nvPr/>
            </p:nvSpPr>
            <p:spPr>
              <a:xfrm>
                <a:off x="1309661" y="4272073"/>
                <a:ext cx="149838" cy="15917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E50913C-EEFC-6991-AC43-25549820E895}"/>
                  </a:ext>
                </a:extLst>
              </p:cNvPr>
              <p:cNvSpPr txBox="1"/>
              <p:nvPr/>
            </p:nvSpPr>
            <p:spPr>
              <a:xfrm>
                <a:off x="1110484" y="4344137"/>
                <a:ext cx="597572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Ligra</a:t>
                </a:r>
                <a:endParaRPr lang="en-US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71DED895-1642-AEB0-C5E1-1FBF794AD820}"/>
                  </a:ext>
                </a:extLst>
              </p:cNvPr>
              <p:cNvSpPr/>
              <p:nvPr/>
            </p:nvSpPr>
            <p:spPr>
              <a:xfrm>
                <a:off x="2378451" y="4132400"/>
                <a:ext cx="149838" cy="15917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E912B49-9787-EC8D-D5B7-C5F57C84A37F}"/>
                  </a:ext>
                </a:extLst>
              </p:cNvPr>
              <p:cNvSpPr txBox="1"/>
              <p:nvPr/>
            </p:nvSpPr>
            <p:spPr>
              <a:xfrm>
                <a:off x="2047367" y="4177542"/>
                <a:ext cx="1155773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GraphMat</a:t>
                </a:r>
                <a:endParaRPr lang="en-US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1B06BBA1-A8F3-CB67-A266-415BA5E9B467}"/>
                  </a:ext>
                </a:extLst>
              </p:cNvPr>
              <p:cNvSpPr/>
              <p:nvPr/>
            </p:nvSpPr>
            <p:spPr>
              <a:xfrm>
                <a:off x="1718162" y="4734282"/>
                <a:ext cx="149838" cy="15917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4542179-BC50-E128-9BC6-E513F76C2FFA}"/>
                  </a:ext>
                </a:extLst>
              </p:cNvPr>
              <p:cNvSpPr txBox="1"/>
              <p:nvPr/>
            </p:nvSpPr>
            <p:spPr>
              <a:xfrm>
                <a:off x="1480135" y="4813966"/>
                <a:ext cx="710773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GPOP</a:t>
                </a: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9264D027-C4CF-5CDF-7B8C-8083216946CB}"/>
                  </a:ext>
                </a:extLst>
              </p:cNvPr>
              <p:cNvSpPr/>
              <p:nvPr/>
            </p:nvSpPr>
            <p:spPr>
              <a:xfrm>
                <a:off x="2826185" y="4524118"/>
                <a:ext cx="149838" cy="15917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5AFF914-39CE-3B57-6CF2-2EE87039F3A4}"/>
                  </a:ext>
                </a:extLst>
              </p:cNvPr>
              <p:cNvSpPr txBox="1"/>
              <p:nvPr/>
            </p:nvSpPr>
            <p:spPr>
              <a:xfrm>
                <a:off x="2502463" y="4585481"/>
                <a:ext cx="710773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Galois</a:t>
                </a: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FA6AE65F-64D1-92CF-2BDE-186904C468DF}"/>
                  </a:ext>
                </a:extLst>
              </p:cNvPr>
              <p:cNvSpPr/>
              <p:nvPr/>
            </p:nvSpPr>
            <p:spPr>
              <a:xfrm>
                <a:off x="1180280" y="5326314"/>
                <a:ext cx="149838" cy="15917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92D55EAC-1246-75FE-636C-6AB637454506}"/>
                  </a:ext>
                </a:extLst>
              </p:cNvPr>
              <p:cNvSpPr txBox="1"/>
              <p:nvPr/>
            </p:nvSpPr>
            <p:spPr>
              <a:xfrm>
                <a:off x="732546" y="5390889"/>
                <a:ext cx="1155773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PowerLyra</a:t>
                </a:r>
                <a:endParaRPr lang="en-US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D3BDE501-D702-E0F7-31D9-762679E4F7EB}"/>
                  </a:ext>
                </a:extLst>
              </p:cNvPr>
              <p:cNvSpPr/>
              <p:nvPr/>
            </p:nvSpPr>
            <p:spPr>
              <a:xfrm>
                <a:off x="2636720" y="5215400"/>
                <a:ext cx="149838" cy="15917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D8235168-87D1-7B1E-8552-41BB6A0F56B2}"/>
                  </a:ext>
                </a:extLst>
              </p:cNvPr>
              <p:cNvSpPr txBox="1"/>
              <p:nvPr/>
            </p:nvSpPr>
            <p:spPr>
              <a:xfrm>
                <a:off x="2299197" y="5277562"/>
                <a:ext cx="930732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GraphLab</a:t>
                </a:r>
                <a:endParaRPr lang="en-US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0918E675-E9DD-E02D-8AAB-321B5838D106}"/>
                  </a:ext>
                </a:extLst>
              </p:cNvPr>
              <p:cNvSpPr/>
              <p:nvPr/>
            </p:nvSpPr>
            <p:spPr>
              <a:xfrm>
                <a:off x="1847543" y="5889326"/>
                <a:ext cx="149838" cy="15917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320BFFBF-25FF-6B57-86D8-FBB91FD03024}"/>
                  </a:ext>
                </a:extLst>
              </p:cNvPr>
              <p:cNvSpPr txBox="1"/>
              <p:nvPr/>
            </p:nvSpPr>
            <p:spPr>
              <a:xfrm>
                <a:off x="1527873" y="5955800"/>
                <a:ext cx="789177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GraphX</a:t>
                </a:r>
                <a:endParaRPr lang="en-US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A5B005D-737F-7EB7-7242-AA211806F1A1}"/>
                </a:ext>
              </a:extLst>
            </p:cNvPr>
            <p:cNvSpPr txBox="1"/>
            <p:nvPr/>
          </p:nvSpPr>
          <p:spPr>
            <a:xfrm rot="16200000">
              <a:off x="3160344" y="1727848"/>
              <a:ext cx="13884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Out-of-Core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D42D49A-7E93-0651-1947-98EBC7E60FFF}"/>
                </a:ext>
              </a:extLst>
            </p:cNvPr>
            <p:cNvSpPr txBox="1"/>
            <p:nvPr/>
          </p:nvSpPr>
          <p:spPr>
            <a:xfrm rot="16200000">
              <a:off x="3233322" y="4823979"/>
              <a:ext cx="12621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In-Memory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88389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874952FB-2872-85CA-654E-C6A5109F2A8D}"/>
              </a:ext>
            </a:extLst>
          </p:cNvPr>
          <p:cNvGrpSpPr/>
          <p:nvPr/>
        </p:nvGrpSpPr>
        <p:grpSpPr>
          <a:xfrm>
            <a:off x="692555" y="583987"/>
            <a:ext cx="5622615" cy="3135531"/>
            <a:chOff x="692555" y="583987"/>
            <a:chExt cx="5622615" cy="3135531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161F0A1-66EE-E43D-FF60-ED7D6C0FAD23}"/>
                </a:ext>
              </a:extLst>
            </p:cNvPr>
            <p:cNvSpPr/>
            <p:nvPr/>
          </p:nvSpPr>
          <p:spPr>
            <a:xfrm>
              <a:off x="714615" y="583987"/>
              <a:ext cx="5575252" cy="1283233"/>
            </a:xfrm>
            <a:prstGeom prst="rect">
              <a:avLst/>
            </a:prstGeom>
            <a:solidFill>
              <a:srgbClr val="00A4FF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9408A4E-E2AC-4306-7363-D190FF0188CD}"/>
                </a:ext>
              </a:extLst>
            </p:cNvPr>
            <p:cNvSpPr/>
            <p:nvPr/>
          </p:nvSpPr>
          <p:spPr>
            <a:xfrm>
              <a:off x="2200409" y="642609"/>
              <a:ext cx="149838" cy="1591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283F3C2-31DD-151A-C039-8952B18E503D}"/>
                </a:ext>
              </a:extLst>
            </p:cNvPr>
            <p:cNvSpPr/>
            <p:nvPr/>
          </p:nvSpPr>
          <p:spPr>
            <a:xfrm>
              <a:off x="714615" y="1871062"/>
              <a:ext cx="5575253" cy="1283233"/>
            </a:xfrm>
            <a:prstGeom prst="rect">
              <a:avLst/>
            </a:prstGeom>
            <a:solidFill>
              <a:srgbClr val="E69F00"/>
            </a:solidFill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51141A4-FA4F-48C7-7C42-56E3B89354B9}"/>
                </a:ext>
              </a:extLst>
            </p:cNvPr>
            <p:cNvSpPr/>
            <p:nvPr/>
          </p:nvSpPr>
          <p:spPr>
            <a:xfrm>
              <a:off x="1102192" y="764076"/>
              <a:ext cx="149838" cy="1591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55C5EB-59F6-19A1-BECD-D16D9228C3A3}"/>
                </a:ext>
              </a:extLst>
            </p:cNvPr>
            <p:cNvSpPr/>
            <p:nvPr/>
          </p:nvSpPr>
          <p:spPr>
            <a:xfrm>
              <a:off x="1102192" y="2063186"/>
              <a:ext cx="149838" cy="1591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4E04906-A670-9674-CBE6-2D533770DBA6}"/>
                </a:ext>
              </a:extLst>
            </p:cNvPr>
            <p:cNvSpPr/>
            <p:nvPr/>
          </p:nvSpPr>
          <p:spPr>
            <a:xfrm>
              <a:off x="1322467" y="2667155"/>
              <a:ext cx="149838" cy="1591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BA4BABD-4A16-760B-BCCB-B3169A98559B}"/>
                </a:ext>
              </a:extLst>
            </p:cNvPr>
            <p:cNvSpPr/>
            <p:nvPr/>
          </p:nvSpPr>
          <p:spPr>
            <a:xfrm>
              <a:off x="3990122" y="1960363"/>
              <a:ext cx="149838" cy="1591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3FC9544-96BC-2D6D-B4A2-877FDE9FA64F}"/>
                </a:ext>
              </a:extLst>
            </p:cNvPr>
            <p:cNvSpPr/>
            <p:nvPr/>
          </p:nvSpPr>
          <p:spPr>
            <a:xfrm>
              <a:off x="3877249" y="2299983"/>
              <a:ext cx="149838" cy="1591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913CDE76-2FA1-38AF-5FA7-1C868FFF9A97}"/>
                </a:ext>
              </a:extLst>
            </p:cNvPr>
            <p:cNvSpPr/>
            <p:nvPr/>
          </p:nvSpPr>
          <p:spPr>
            <a:xfrm>
              <a:off x="2593451" y="2109079"/>
              <a:ext cx="149838" cy="1591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71A04EB-B1AA-1933-8020-3116C566734C}"/>
                </a:ext>
              </a:extLst>
            </p:cNvPr>
            <p:cNvSpPr/>
            <p:nvPr/>
          </p:nvSpPr>
          <p:spPr>
            <a:xfrm>
              <a:off x="2593451" y="2684843"/>
              <a:ext cx="149838" cy="1591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C6B3F55-8767-4173-F453-21989061A2FA}"/>
                </a:ext>
              </a:extLst>
            </p:cNvPr>
            <p:cNvSpPr/>
            <p:nvPr/>
          </p:nvSpPr>
          <p:spPr>
            <a:xfrm>
              <a:off x="5477881" y="2576140"/>
              <a:ext cx="149838" cy="1591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3DABE93-CB6C-2DF7-73A1-81E3531423B3}"/>
                </a:ext>
              </a:extLst>
            </p:cNvPr>
            <p:cNvSpPr txBox="1"/>
            <p:nvPr/>
          </p:nvSpPr>
          <p:spPr>
            <a:xfrm>
              <a:off x="767474" y="843665"/>
              <a:ext cx="969111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LiveGraph</a:t>
              </a:r>
              <a:endParaRPr lang="en-US" sz="15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B3DD20A-DCEE-D454-7A15-46E66375B362}"/>
                </a:ext>
              </a:extLst>
            </p:cNvPr>
            <p:cNvSpPr txBox="1"/>
            <p:nvPr/>
          </p:nvSpPr>
          <p:spPr>
            <a:xfrm>
              <a:off x="692555" y="2170242"/>
              <a:ext cx="1011559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Sortledton</a:t>
              </a:r>
              <a:endParaRPr lang="en-US" sz="15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697B3B2-9AEA-79A0-DC0B-8E5F3207D985}"/>
                </a:ext>
              </a:extLst>
            </p:cNvPr>
            <p:cNvSpPr txBox="1"/>
            <p:nvPr/>
          </p:nvSpPr>
          <p:spPr>
            <a:xfrm>
              <a:off x="1073502" y="2719092"/>
              <a:ext cx="629211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Teseo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240E00B-2BE2-5662-2AD4-3C3E72CB13CB}"/>
                </a:ext>
              </a:extLst>
            </p:cNvPr>
            <p:cNvSpPr/>
            <p:nvPr/>
          </p:nvSpPr>
          <p:spPr>
            <a:xfrm>
              <a:off x="1637071" y="2391349"/>
              <a:ext cx="149838" cy="1591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151A0CC-E10F-F8EC-7765-4E57DE631A7A}"/>
                </a:ext>
              </a:extLst>
            </p:cNvPr>
            <p:cNvSpPr txBox="1"/>
            <p:nvPr/>
          </p:nvSpPr>
          <p:spPr>
            <a:xfrm>
              <a:off x="1500886" y="2472125"/>
              <a:ext cx="497893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GTX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E91C763-6B22-A3EF-9F57-6B8E60198297}"/>
                </a:ext>
              </a:extLst>
            </p:cNvPr>
            <p:cNvSpPr txBox="1"/>
            <p:nvPr/>
          </p:nvSpPr>
          <p:spPr>
            <a:xfrm>
              <a:off x="3505566" y="2034622"/>
              <a:ext cx="1016240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Kickstarter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C0BC9B5-C899-9158-22C5-78D1143D8948}"/>
                </a:ext>
              </a:extLst>
            </p:cNvPr>
            <p:cNvSpPr txBox="1"/>
            <p:nvPr/>
          </p:nvSpPr>
          <p:spPr>
            <a:xfrm>
              <a:off x="3459636" y="2363606"/>
              <a:ext cx="977383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GraphBolt</a:t>
              </a:r>
              <a:endParaRPr lang="en-US" sz="15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9F6B328-2476-F9AA-D94C-933880EEECC3}"/>
                </a:ext>
              </a:extLst>
            </p:cNvPr>
            <p:cNvSpPr txBox="1"/>
            <p:nvPr/>
          </p:nvSpPr>
          <p:spPr>
            <a:xfrm>
              <a:off x="2317954" y="2193998"/>
              <a:ext cx="700833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ASPEN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EB6ECD1-9CDD-85C3-37F3-EF9D5A0CFB94}"/>
                </a:ext>
              </a:extLst>
            </p:cNvPr>
            <p:cNvSpPr txBox="1"/>
            <p:nvPr/>
          </p:nvSpPr>
          <p:spPr>
            <a:xfrm>
              <a:off x="2137348" y="2761644"/>
              <a:ext cx="987001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GraphOne</a:t>
              </a:r>
              <a:endParaRPr lang="en-US" sz="15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EF41A39-E1CF-EAB5-37B3-8EC89BD82593}"/>
                </a:ext>
              </a:extLst>
            </p:cNvPr>
            <p:cNvSpPr txBox="1"/>
            <p:nvPr/>
          </p:nvSpPr>
          <p:spPr>
            <a:xfrm>
              <a:off x="5105201" y="2686771"/>
              <a:ext cx="856581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STINGER</a:t>
              </a:r>
            </a:p>
          </p:txBody>
        </p:sp>
        <p:sp>
          <p:nvSpPr>
            <p:cNvPr id="36" name="Right Brace 35">
              <a:extLst>
                <a:ext uri="{FF2B5EF4-FFF2-40B4-BE49-F238E27FC236}">
                  <a16:creationId xmlns:a16="http://schemas.microsoft.com/office/drawing/2014/main" id="{132DD9AE-79C1-AB9A-B0E4-56ECBEB0F4F7}"/>
                </a:ext>
              </a:extLst>
            </p:cNvPr>
            <p:cNvSpPr/>
            <p:nvPr/>
          </p:nvSpPr>
          <p:spPr>
            <a:xfrm rot="5400000">
              <a:off x="1241117" y="2695814"/>
              <a:ext cx="247242" cy="1268082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4966572-5723-483B-D962-D57D61D89C33}"/>
                </a:ext>
              </a:extLst>
            </p:cNvPr>
            <p:cNvSpPr txBox="1"/>
            <p:nvPr/>
          </p:nvSpPr>
          <p:spPr>
            <a:xfrm>
              <a:off x="692555" y="3396353"/>
              <a:ext cx="1217128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Transactional</a:t>
              </a:r>
            </a:p>
          </p:txBody>
        </p:sp>
        <p:sp>
          <p:nvSpPr>
            <p:cNvPr id="39" name="Right Brace 38">
              <a:extLst>
                <a:ext uri="{FF2B5EF4-FFF2-40B4-BE49-F238E27FC236}">
                  <a16:creationId xmlns:a16="http://schemas.microsoft.com/office/drawing/2014/main" id="{A17E071C-B58E-37F8-C19C-E8AFA0AC0E7B}"/>
                </a:ext>
              </a:extLst>
            </p:cNvPr>
            <p:cNvSpPr/>
            <p:nvPr/>
          </p:nvSpPr>
          <p:spPr>
            <a:xfrm rot="5400000">
              <a:off x="2605881" y="2590191"/>
              <a:ext cx="247242" cy="1460269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B612304-999B-58C2-6538-ACC118D4BA6B}"/>
                </a:ext>
              </a:extLst>
            </p:cNvPr>
            <p:cNvSpPr txBox="1"/>
            <p:nvPr/>
          </p:nvSpPr>
          <p:spPr>
            <a:xfrm>
              <a:off x="2075029" y="3364106"/>
              <a:ext cx="1424942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Snapshot-based</a:t>
              </a:r>
            </a:p>
          </p:txBody>
        </p:sp>
        <p:sp>
          <p:nvSpPr>
            <p:cNvPr id="41" name="Right Brace 40">
              <a:extLst>
                <a:ext uri="{FF2B5EF4-FFF2-40B4-BE49-F238E27FC236}">
                  <a16:creationId xmlns:a16="http://schemas.microsoft.com/office/drawing/2014/main" id="{C2E7E2D4-C3FE-0826-2CFD-AF56B30ABC89}"/>
                </a:ext>
              </a:extLst>
            </p:cNvPr>
            <p:cNvSpPr/>
            <p:nvPr/>
          </p:nvSpPr>
          <p:spPr>
            <a:xfrm rot="5400000">
              <a:off x="4024614" y="2641257"/>
              <a:ext cx="240007" cy="1369963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A611B5FE-03A0-C0A4-5A72-513A7C92CDF4}"/>
                </a:ext>
              </a:extLst>
            </p:cNvPr>
            <p:cNvSpPr txBox="1"/>
            <p:nvPr/>
          </p:nvSpPr>
          <p:spPr>
            <a:xfrm>
              <a:off x="3508114" y="3366402"/>
              <a:ext cx="147931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Batch-consistent</a:t>
              </a:r>
            </a:p>
          </p:txBody>
        </p:sp>
        <p:sp>
          <p:nvSpPr>
            <p:cNvPr id="43" name="Right Brace 42">
              <a:extLst>
                <a:ext uri="{FF2B5EF4-FFF2-40B4-BE49-F238E27FC236}">
                  <a16:creationId xmlns:a16="http://schemas.microsoft.com/office/drawing/2014/main" id="{FE05E55D-9DC5-040E-86E8-EC44B9D56F95}"/>
                </a:ext>
              </a:extLst>
            </p:cNvPr>
            <p:cNvSpPr/>
            <p:nvPr/>
          </p:nvSpPr>
          <p:spPr>
            <a:xfrm rot="5400000">
              <a:off x="5436112" y="2599721"/>
              <a:ext cx="247242" cy="1460269"/>
            </a:xfrm>
            <a:prstGeom prst="rightBrac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35D7A7DC-CE89-1FF3-D94E-5F0FC23DAB86}"/>
                </a:ext>
              </a:extLst>
            </p:cNvPr>
            <p:cNvSpPr txBox="1"/>
            <p:nvPr/>
          </p:nvSpPr>
          <p:spPr>
            <a:xfrm>
              <a:off x="4920301" y="3373636"/>
              <a:ext cx="1394869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Uncoordinated 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8E9BB72-862A-9593-9DC5-CC1852210610}"/>
                </a:ext>
              </a:extLst>
            </p:cNvPr>
            <p:cNvSpPr txBox="1"/>
            <p:nvPr/>
          </p:nvSpPr>
          <p:spPr>
            <a:xfrm>
              <a:off x="1909683" y="714552"/>
              <a:ext cx="731290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LLAMA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2D895346-DE29-BBF8-E942-7CC9F8ADA4DF}"/>
                </a:ext>
              </a:extLst>
            </p:cNvPr>
            <p:cNvSpPr/>
            <p:nvPr/>
          </p:nvSpPr>
          <p:spPr>
            <a:xfrm>
              <a:off x="2200410" y="998864"/>
              <a:ext cx="149838" cy="1591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8A34EE9-36F9-77F0-1D21-0DB540D52488}"/>
                </a:ext>
              </a:extLst>
            </p:cNvPr>
            <p:cNvSpPr txBox="1"/>
            <p:nvPr/>
          </p:nvSpPr>
          <p:spPr>
            <a:xfrm>
              <a:off x="1909684" y="1070807"/>
              <a:ext cx="996619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LSMGraph</a:t>
              </a:r>
              <a:endParaRPr lang="en-US" sz="15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AE44C897-CDDB-91E8-CFF6-73BA3D6418A5}"/>
                </a:ext>
              </a:extLst>
            </p:cNvPr>
            <p:cNvSpPr/>
            <p:nvPr/>
          </p:nvSpPr>
          <p:spPr>
            <a:xfrm>
              <a:off x="2350247" y="1447473"/>
              <a:ext cx="149838" cy="1591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A125D343-5E98-F5EA-2C76-D6F61B340C11}"/>
                </a:ext>
              </a:extLst>
            </p:cNvPr>
            <p:cNvSpPr txBox="1"/>
            <p:nvPr/>
          </p:nvSpPr>
          <p:spPr>
            <a:xfrm>
              <a:off x="2106199" y="1537008"/>
              <a:ext cx="619016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>
                  <a:latin typeface="Calibri" panose="020F0502020204030204" pitchFamily="34" charset="0"/>
                  <a:cs typeface="Calibri" panose="020F0502020204030204" pitchFamily="34" charset="0"/>
                </a:rPr>
                <a:t>BACH</a:t>
              </a:r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71BB51B1-5992-1EC9-2665-90FD06275B1A}"/>
                </a:ext>
              </a:extLst>
            </p:cNvPr>
            <p:cNvSpPr/>
            <p:nvPr/>
          </p:nvSpPr>
          <p:spPr>
            <a:xfrm>
              <a:off x="4012532" y="2680147"/>
              <a:ext cx="149838" cy="1591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F1FD2F6-4436-88AE-C14B-CC1463119EDB}"/>
                </a:ext>
              </a:extLst>
            </p:cNvPr>
            <p:cNvSpPr txBox="1"/>
            <p:nvPr/>
          </p:nvSpPr>
          <p:spPr>
            <a:xfrm>
              <a:off x="3681314" y="2745825"/>
              <a:ext cx="812274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GraphIn</a:t>
              </a:r>
              <a:endParaRPr lang="en-US" sz="15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3D11DB46-AFB3-E3E0-3225-FBA4C125510C}"/>
                </a:ext>
              </a:extLst>
            </p:cNvPr>
            <p:cNvSpPr/>
            <p:nvPr/>
          </p:nvSpPr>
          <p:spPr>
            <a:xfrm>
              <a:off x="5422270" y="812623"/>
              <a:ext cx="149838" cy="1591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E013188-F7F7-76C7-8570-C6C5AC09112B}"/>
                </a:ext>
              </a:extLst>
            </p:cNvPr>
            <p:cNvSpPr txBox="1"/>
            <p:nvPr/>
          </p:nvSpPr>
          <p:spPr>
            <a:xfrm>
              <a:off x="5049590" y="923254"/>
              <a:ext cx="95814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GraphSSD</a:t>
              </a:r>
              <a:endParaRPr lang="en-US" sz="15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315734D-DE1E-A45D-C067-CDA22C994A73}"/>
                </a:ext>
              </a:extLst>
            </p:cNvPr>
            <p:cNvSpPr/>
            <p:nvPr/>
          </p:nvSpPr>
          <p:spPr>
            <a:xfrm>
              <a:off x="5422270" y="1331604"/>
              <a:ext cx="149838" cy="159178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2792630-D417-9FB7-51FE-5B58FF37ECD6}"/>
                </a:ext>
              </a:extLst>
            </p:cNvPr>
            <p:cNvSpPr txBox="1"/>
            <p:nvPr/>
          </p:nvSpPr>
          <p:spPr>
            <a:xfrm>
              <a:off x="5049590" y="1442235"/>
              <a:ext cx="1018997" cy="323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500" dirty="0" err="1">
                  <a:latin typeface="Calibri" panose="020F0502020204030204" pitchFamily="34" charset="0"/>
                  <a:cs typeface="Calibri" panose="020F0502020204030204" pitchFamily="34" charset="0"/>
                </a:rPr>
                <a:t>MBFGraph</a:t>
              </a:r>
              <a:endParaRPr lang="en-US" sz="15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6360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roup 121">
            <a:extLst>
              <a:ext uri="{FF2B5EF4-FFF2-40B4-BE49-F238E27FC236}">
                <a16:creationId xmlns:a16="http://schemas.microsoft.com/office/drawing/2014/main" id="{C9244C0C-FFA6-5414-276B-7A5F995EE174}"/>
              </a:ext>
            </a:extLst>
          </p:cNvPr>
          <p:cNvGrpSpPr/>
          <p:nvPr/>
        </p:nvGrpSpPr>
        <p:grpSpPr>
          <a:xfrm>
            <a:off x="689970" y="84842"/>
            <a:ext cx="10166214" cy="7174384"/>
            <a:chOff x="689970" y="84842"/>
            <a:chExt cx="10166214" cy="717438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D0456AF-2782-FCE3-14BE-B14173B80E50}"/>
                </a:ext>
              </a:extLst>
            </p:cNvPr>
            <p:cNvGrpSpPr/>
            <p:nvPr/>
          </p:nvGrpSpPr>
          <p:grpSpPr>
            <a:xfrm>
              <a:off x="689970" y="1564248"/>
              <a:ext cx="3340199" cy="5694978"/>
              <a:chOff x="708859" y="583987"/>
              <a:chExt cx="3340199" cy="5694978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FB82EDCF-F6D1-8297-5600-9FB9EBF85EDC}"/>
                  </a:ext>
                </a:extLst>
              </p:cNvPr>
              <p:cNvGrpSpPr/>
              <p:nvPr/>
            </p:nvGrpSpPr>
            <p:grpSpPr>
              <a:xfrm>
                <a:off x="708859" y="583987"/>
                <a:ext cx="2848849" cy="2845014"/>
                <a:chOff x="708859" y="583987"/>
                <a:chExt cx="2848849" cy="2845014"/>
              </a:xfrm>
            </p:grpSpPr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C4D506DF-2917-C9FF-23FB-A739FEE01A24}"/>
                    </a:ext>
                  </a:extLst>
                </p:cNvPr>
                <p:cNvSpPr/>
                <p:nvPr/>
              </p:nvSpPr>
              <p:spPr>
                <a:xfrm>
                  <a:off x="714615" y="583987"/>
                  <a:ext cx="2843093" cy="2845014"/>
                </a:xfrm>
                <a:prstGeom prst="rect">
                  <a:avLst/>
                </a:prstGeom>
                <a:solidFill>
                  <a:srgbClr val="00A4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0252AE49-6ECC-8328-5363-6A7AE83E0F52}"/>
                    </a:ext>
                  </a:extLst>
                </p:cNvPr>
                <p:cNvSpPr/>
                <p:nvPr/>
              </p:nvSpPr>
              <p:spPr>
                <a:xfrm>
                  <a:off x="979716" y="864454"/>
                  <a:ext cx="149838" cy="1498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9DB45D63-93C8-0102-EFA1-40B114159B9D}"/>
                    </a:ext>
                  </a:extLst>
                </p:cNvPr>
                <p:cNvSpPr txBox="1"/>
                <p:nvPr/>
              </p:nvSpPr>
              <p:spPr>
                <a:xfrm>
                  <a:off x="708859" y="916422"/>
                  <a:ext cx="925926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5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Lumos</a:t>
                  </a:r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94459D50-AFB4-4DE0-3E00-B9F1F0C2C2CD}"/>
                    </a:ext>
                  </a:extLst>
                </p:cNvPr>
                <p:cNvSpPr/>
                <p:nvPr/>
              </p:nvSpPr>
              <p:spPr>
                <a:xfrm>
                  <a:off x="1831363" y="714616"/>
                  <a:ext cx="149838" cy="1498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B9B8C39B-AB25-C6C8-6147-6D35A6E08EAF}"/>
                    </a:ext>
                  </a:extLst>
                </p:cNvPr>
                <p:cNvSpPr/>
                <p:nvPr/>
              </p:nvSpPr>
              <p:spPr>
                <a:xfrm>
                  <a:off x="1565622" y="1262538"/>
                  <a:ext cx="149838" cy="1498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0556E6C1-4AF7-FAD8-DCAB-262867F2DE53}"/>
                    </a:ext>
                  </a:extLst>
                </p:cNvPr>
                <p:cNvSpPr/>
                <p:nvPr/>
              </p:nvSpPr>
              <p:spPr>
                <a:xfrm>
                  <a:off x="2899444" y="789535"/>
                  <a:ext cx="149838" cy="1498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32FD3056-70B1-DF6F-7D23-A20E9E68B611}"/>
                    </a:ext>
                  </a:extLst>
                </p:cNvPr>
                <p:cNvSpPr/>
                <p:nvPr/>
              </p:nvSpPr>
              <p:spPr>
                <a:xfrm>
                  <a:off x="2524205" y="1139798"/>
                  <a:ext cx="149838" cy="1498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6399F9BE-5480-9CB1-5B28-6486AFF6C432}"/>
                    </a:ext>
                  </a:extLst>
                </p:cNvPr>
                <p:cNvSpPr txBox="1"/>
                <p:nvPr/>
              </p:nvSpPr>
              <p:spPr>
                <a:xfrm>
                  <a:off x="804263" y="1749333"/>
                  <a:ext cx="925926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500" dirty="0" err="1">
                      <a:latin typeface="Calibri" panose="020F0502020204030204" pitchFamily="34" charset="0"/>
                      <a:cs typeface="Calibri" panose="020F0502020204030204" pitchFamily="34" charset="0"/>
                    </a:rPr>
                    <a:t>GraphChi</a:t>
                  </a:r>
                  <a:endParaRPr lang="en-US" sz="15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4F19CC02-B21B-F780-FBAF-09673B91CBD1}"/>
                    </a:ext>
                  </a:extLst>
                </p:cNvPr>
                <p:cNvSpPr txBox="1"/>
                <p:nvPr/>
              </p:nvSpPr>
              <p:spPr>
                <a:xfrm>
                  <a:off x="1195509" y="1319502"/>
                  <a:ext cx="1050156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500" dirty="0" err="1">
                      <a:latin typeface="Calibri" panose="020F0502020204030204" pitchFamily="34" charset="0"/>
                      <a:cs typeface="Calibri" panose="020F0502020204030204" pitchFamily="34" charset="0"/>
                    </a:rPr>
                    <a:t>GridGraph</a:t>
                  </a:r>
                  <a:endParaRPr lang="en-US" sz="15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6E54B5CE-7DCF-CB39-D87D-AE680E979B1B}"/>
                    </a:ext>
                  </a:extLst>
                </p:cNvPr>
                <p:cNvSpPr txBox="1"/>
                <p:nvPr/>
              </p:nvSpPr>
              <p:spPr>
                <a:xfrm>
                  <a:off x="2372609" y="1738061"/>
                  <a:ext cx="925926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5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X-Stream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4BC128FD-A14B-0BB8-1A40-32553D6F1059}"/>
                    </a:ext>
                  </a:extLst>
                </p:cNvPr>
                <p:cNvSpPr txBox="1"/>
                <p:nvPr/>
              </p:nvSpPr>
              <p:spPr>
                <a:xfrm>
                  <a:off x="2017700" y="1200617"/>
                  <a:ext cx="1191026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500" dirty="0" err="1">
                      <a:latin typeface="Calibri" panose="020F0502020204030204" pitchFamily="34" charset="0"/>
                      <a:cs typeface="Calibri" panose="020F0502020204030204" pitchFamily="34" charset="0"/>
                    </a:rPr>
                    <a:t>WonderLand</a:t>
                  </a:r>
                  <a:endParaRPr lang="en-US" sz="15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B8F948A3-C6E0-B684-3718-9842349A03B8}"/>
                    </a:ext>
                  </a:extLst>
                </p:cNvPr>
                <p:cNvSpPr txBox="1"/>
                <p:nvPr/>
              </p:nvSpPr>
              <p:spPr>
                <a:xfrm>
                  <a:off x="2662590" y="846588"/>
                  <a:ext cx="794655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5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V-Part</a:t>
                  </a: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1F4F0E21-999A-0853-228C-48A31CE3AD79}"/>
                    </a:ext>
                  </a:extLst>
                </p:cNvPr>
                <p:cNvSpPr txBox="1"/>
                <p:nvPr/>
              </p:nvSpPr>
              <p:spPr>
                <a:xfrm>
                  <a:off x="1389535" y="751760"/>
                  <a:ext cx="1126994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500" dirty="0" err="1">
                      <a:latin typeface="Calibri" panose="020F0502020204030204" pitchFamily="34" charset="0"/>
                      <a:cs typeface="Calibri" panose="020F0502020204030204" pitchFamily="34" charset="0"/>
                    </a:rPr>
                    <a:t>TurboGraph</a:t>
                  </a:r>
                  <a:endParaRPr lang="en-US" sz="15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1" name="Oval 40">
                  <a:extLst>
                    <a:ext uri="{FF2B5EF4-FFF2-40B4-BE49-F238E27FC236}">
                      <a16:creationId xmlns:a16="http://schemas.microsoft.com/office/drawing/2014/main" id="{ACC30813-3F42-2DF0-5AA0-5D743EDB0751}"/>
                    </a:ext>
                  </a:extLst>
                </p:cNvPr>
                <p:cNvSpPr/>
                <p:nvPr/>
              </p:nvSpPr>
              <p:spPr>
                <a:xfrm>
                  <a:off x="1707783" y="2120562"/>
                  <a:ext cx="149838" cy="1498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40FFBDFD-DF59-8FA9-59D0-DAD919ED8DEA}"/>
                    </a:ext>
                  </a:extLst>
                </p:cNvPr>
                <p:cNvSpPr txBox="1"/>
                <p:nvPr/>
              </p:nvSpPr>
              <p:spPr>
                <a:xfrm>
                  <a:off x="1506076" y="2187451"/>
                  <a:ext cx="511624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5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CLIP</a:t>
                  </a:r>
                </a:p>
              </p:txBody>
            </p:sp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33990C2D-262A-1B87-9BBA-6856EB3F7817}"/>
                    </a:ext>
                  </a:extLst>
                </p:cNvPr>
                <p:cNvSpPr/>
                <p:nvPr/>
              </p:nvSpPr>
              <p:spPr>
                <a:xfrm>
                  <a:off x="2599124" y="2082231"/>
                  <a:ext cx="149838" cy="1498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FDE2A297-6820-CC71-BECA-B2E6546A4E7D}"/>
                    </a:ext>
                  </a:extLst>
                </p:cNvPr>
                <p:cNvSpPr txBox="1"/>
                <p:nvPr/>
              </p:nvSpPr>
              <p:spPr>
                <a:xfrm>
                  <a:off x="2190908" y="2108817"/>
                  <a:ext cx="1116107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500" dirty="0" err="1">
                      <a:latin typeface="Calibri" panose="020F0502020204030204" pitchFamily="34" charset="0"/>
                      <a:cs typeface="Calibri" panose="020F0502020204030204" pitchFamily="34" charset="0"/>
                    </a:rPr>
                    <a:t>AsyncStripe</a:t>
                  </a:r>
                  <a:endParaRPr lang="en-US" sz="15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1B477B05-921D-EF10-33B7-60768970B06B}"/>
                    </a:ext>
                  </a:extLst>
                </p:cNvPr>
                <p:cNvSpPr/>
                <p:nvPr/>
              </p:nvSpPr>
              <p:spPr>
                <a:xfrm>
                  <a:off x="1120590" y="2563982"/>
                  <a:ext cx="149838" cy="1498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641D6E6C-93A0-AB2F-49E2-064C8E1559AA}"/>
                    </a:ext>
                  </a:extLst>
                </p:cNvPr>
                <p:cNvSpPr txBox="1"/>
                <p:nvPr/>
              </p:nvSpPr>
              <p:spPr>
                <a:xfrm>
                  <a:off x="732546" y="2606743"/>
                  <a:ext cx="1069360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500" dirty="0" err="1">
                      <a:latin typeface="Calibri" panose="020F0502020204030204" pitchFamily="34" charset="0"/>
                      <a:cs typeface="Calibri" panose="020F0502020204030204" pitchFamily="34" charset="0"/>
                    </a:rPr>
                    <a:t>FlashGraph</a:t>
                  </a:r>
                  <a:endParaRPr lang="en-US" sz="15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99EFB711-506F-7B49-9D9D-568522DFCC45}"/>
                    </a:ext>
                  </a:extLst>
                </p:cNvPr>
                <p:cNvSpPr/>
                <p:nvPr/>
              </p:nvSpPr>
              <p:spPr>
                <a:xfrm>
                  <a:off x="2405744" y="2543951"/>
                  <a:ext cx="149838" cy="14983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9ED557CB-75A7-7FF8-F25D-CFF262289528}"/>
                    </a:ext>
                  </a:extLst>
                </p:cNvPr>
                <p:cNvSpPr txBox="1"/>
                <p:nvPr/>
              </p:nvSpPr>
              <p:spPr>
                <a:xfrm>
                  <a:off x="2074369" y="2574967"/>
                  <a:ext cx="962425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5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Graphene</a:t>
                  </a: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98F31FD8-E1BB-3CF1-8AA9-B186E333F9DD}"/>
                    </a:ext>
                  </a:extLst>
                </p:cNvPr>
                <p:cNvSpPr txBox="1"/>
                <p:nvPr/>
              </p:nvSpPr>
              <p:spPr>
                <a:xfrm>
                  <a:off x="2830334" y="2877964"/>
                  <a:ext cx="624898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5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Blaze</a:t>
                  </a:r>
                </a:p>
              </p:txBody>
            </p:sp>
          </p:grpSp>
          <p:grpSp>
            <p:nvGrpSpPr>
              <p:cNvPr id="4" name="Group 3">
                <a:extLst>
                  <a:ext uri="{FF2B5EF4-FFF2-40B4-BE49-F238E27FC236}">
                    <a16:creationId xmlns:a16="http://schemas.microsoft.com/office/drawing/2014/main" id="{15AD21C0-8F25-D639-71A6-877121C3454D}"/>
                  </a:ext>
                </a:extLst>
              </p:cNvPr>
              <p:cNvGrpSpPr/>
              <p:nvPr/>
            </p:nvGrpSpPr>
            <p:grpSpPr>
              <a:xfrm>
                <a:off x="714615" y="3429000"/>
                <a:ext cx="2843093" cy="2849965"/>
                <a:chOff x="714615" y="3429000"/>
                <a:chExt cx="2843093" cy="2849965"/>
              </a:xfrm>
            </p:grpSpPr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02D18884-68DA-B65C-8918-44687160FA49}"/>
                    </a:ext>
                  </a:extLst>
                </p:cNvPr>
                <p:cNvSpPr/>
                <p:nvPr/>
              </p:nvSpPr>
              <p:spPr>
                <a:xfrm>
                  <a:off x="714615" y="3429000"/>
                  <a:ext cx="2843093" cy="2845014"/>
                </a:xfrm>
                <a:prstGeom prst="rect">
                  <a:avLst/>
                </a:prstGeom>
                <a:solidFill>
                  <a:srgbClr val="E69F00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4A23B051-5349-FC7A-0F10-766B316D2504}"/>
                    </a:ext>
                  </a:extLst>
                </p:cNvPr>
                <p:cNvSpPr txBox="1"/>
                <p:nvPr/>
              </p:nvSpPr>
              <p:spPr>
                <a:xfrm>
                  <a:off x="771707" y="3855470"/>
                  <a:ext cx="756166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5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Gemini</a:t>
                  </a: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1C16F320-D68D-79F7-81FA-3D89571B1A3B}"/>
                    </a:ext>
                  </a:extLst>
                </p:cNvPr>
                <p:cNvSpPr/>
                <p:nvPr/>
              </p:nvSpPr>
              <p:spPr>
                <a:xfrm>
                  <a:off x="2738185" y="3633345"/>
                  <a:ext cx="149838" cy="15917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843445E-B903-7DFA-CA85-D2426202E382}"/>
                    </a:ext>
                  </a:extLst>
                </p:cNvPr>
                <p:cNvSpPr txBox="1"/>
                <p:nvPr/>
              </p:nvSpPr>
              <p:spPr>
                <a:xfrm>
                  <a:off x="2310136" y="3709206"/>
                  <a:ext cx="1155773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500" dirty="0" err="1">
                      <a:latin typeface="Calibri" panose="020F0502020204030204" pitchFamily="34" charset="0"/>
                      <a:cs typeface="Calibri" panose="020F0502020204030204" pitchFamily="34" charset="0"/>
                    </a:rPr>
                    <a:t>PowerGraph</a:t>
                  </a:r>
                  <a:endParaRPr lang="en-US" sz="15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CCE5267C-D956-8844-737B-50D26463D10F}"/>
                    </a:ext>
                  </a:extLst>
                </p:cNvPr>
                <p:cNvSpPr txBox="1"/>
                <p:nvPr/>
              </p:nvSpPr>
              <p:spPr>
                <a:xfrm>
                  <a:off x="1110484" y="4344137"/>
                  <a:ext cx="597572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500" dirty="0" err="1">
                      <a:latin typeface="Calibri" panose="020F0502020204030204" pitchFamily="34" charset="0"/>
                      <a:cs typeface="Calibri" panose="020F0502020204030204" pitchFamily="34" charset="0"/>
                    </a:rPr>
                    <a:t>Ligra</a:t>
                  </a:r>
                  <a:endParaRPr lang="en-US" sz="15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C7B23CAF-6378-14A1-43AF-D882FD7920C8}"/>
                    </a:ext>
                  </a:extLst>
                </p:cNvPr>
                <p:cNvSpPr/>
                <p:nvPr/>
              </p:nvSpPr>
              <p:spPr>
                <a:xfrm>
                  <a:off x="2378451" y="4132400"/>
                  <a:ext cx="149838" cy="15917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1A0290B0-A345-BBCF-4A32-0CE0B05EC845}"/>
                    </a:ext>
                  </a:extLst>
                </p:cNvPr>
                <p:cNvSpPr txBox="1"/>
                <p:nvPr/>
              </p:nvSpPr>
              <p:spPr>
                <a:xfrm>
                  <a:off x="2047367" y="4177542"/>
                  <a:ext cx="1155773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500" dirty="0" err="1">
                      <a:latin typeface="Calibri" panose="020F0502020204030204" pitchFamily="34" charset="0"/>
                      <a:cs typeface="Calibri" panose="020F0502020204030204" pitchFamily="34" charset="0"/>
                    </a:rPr>
                    <a:t>GraphMat</a:t>
                  </a:r>
                  <a:endParaRPr lang="en-US" sz="15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0A32692D-7668-7C42-D1AB-242562A309D3}"/>
                    </a:ext>
                  </a:extLst>
                </p:cNvPr>
                <p:cNvSpPr/>
                <p:nvPr/>
              </p:nvSpPr>
              <p:spPr>
                <a:xfrm>
                  <a:off x="1718162" y="4734282"/>
                  <a:ext cx="149838" cy="15917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0074748-0502-E915-E33F-3F4F2E5E9DD7}"/>
                    </a:ext>
                  </a:extLst>
                </p:cNvPr>
                <p:cNvSpPr txBox="1"/>
                <p:nvPr/>
              </p:nvSpPr>
              <p:spPr>
                <a:xfrm>
                  <a:off x="1480135" y="4813966"/>
                  <a:ext cx="710773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5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GPOP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4F5D3C2-C935-3D18-41D6-483147C9FD7D}"/>
                    </a:ext>
                  </a:extLst>
                </p:cNvPr>
                <p:cNvSpPr txBox="1"/>
                <p:nvPr/>
              </p:nvSpPr>
              <p:spPr>
                <a:xfrm>
                  <a:off x="2521598" y="4761840"/>
                  <a:ext cx="710773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5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Galois</a:t>
                  </a:r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22289A4F-2932-727A-1DF6-E0E634C505CB}"/>
                    </a:ext>
                  </a:extLst>
                </p:cNvPr>
                <p:cNvSpPr/>
                <p:nvPr/>
              </p:nvSpPr>
              <p:spPr>
                <a:xfrm>
                  <a:off x="1180280" y="5326314"/>
                  <a:ext cx="149838" cy="15917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70FA571-19EA-D886-4894-4F95C74758EF}"/>
                    </a:ext>
                  </a:extLst>
                </p:cNvPr>
                <p:cNvSpPr txBox="1"/>
                <p:nvPr/>
              </p:nvSpPr>
              <p:spPr>
                <a:xfrm>
                  <a:off x="732546" y="5390889"/>
                  <a:ext cx="1155773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500" dirty="0" err="1">
                      <a:latin typeface="Calibri" panose="020F0502020204030204" pitchFamily="34" charset="0"/>
                      <a:cs typeface="Calibri" panose="020F0502020204030204" pitchFamily="34" charset="0"/>
                    </a:rPr>
                    <a:t>PowerLyra</a:t>
                  </a:r>
                  <a:endParaRPr lang="en-US" sz="15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27D6145A-F435-A689-90CC-CB514EB54BED}"/>
                    </a:ext>
                  </a:extLst>
                </p:cNvPr>
                <p:cNvSpPr/>
                <p:nvPr/>
              </p:nvSpPr>
              <p:spPr>
                <a:xfrm>
                  <a:off x="2636720" y="5215400"/>
                  <a:ext cx="149838" cy="15917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3A7D4B04-BB52-A4C2-5793-35D4D0E62445}"/>
                    </a:ext>
                  </a:extLst>
                </p:cNvPr>
                <p:cNvSpPr txBox="1"/>
                <p:nvPr/>
              </p:nvSpPr>
              <p:spPr>
                <a:xfrm>
                  <a:off x="2299197" y="5277562"/>
                  <a:ext cx="930732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500" dirty="0" err="1">
                      <a:latin typeface="Calibri" panose="020F0502020204030204" pitchFamily="34" charset="0"/>
                      <a:cs typeface="Calibri" panose="020F0502020204030204" pitchFamily="34" charset="0"/>
                    </a:rPr>
                    <a:t>GraphLab</a:t>
                  </a:r>
                  <a:endParaRPr lang="en-US" sz="15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08C13C42-85B3-C3CA-FA4A-4EA8FF6A8147}"/>
                    </a:ext>
                  </a:extLst>
                </p:cNvPr>
                <p:cNvSpPr/>
                <p:nvPr/>
              </p:nvSpPr>
              <p:spPr>
                <a:xfrm>
                  <a:off x="1847543" y="5889326"/>
                  <a:ext cx="149838" cy="159178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451F10C0-690A-C713-5822-3FB267C599C5}"/>
                    </a:ext>
                  </a:extLst>
                </p:cNvPr>
                <p:cNvSpPr txBox="1"/>
                <p:nvPr/>
              </p:nvSpPr>
              <p:spPr>
                <a:xfrm>
                  <a:off x="1527873" y="5955800"/>
                  <a:ext cx="789177" cy="3231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500" dirty="0" err="1">
                      <a:latin typeface="Calibri" panose="020F0502020204030204" pitchFamily="34" charset="0"/>
                      <a:cs typeface="Calibri" panose="020F0502020204030204" pitchFamily="34" charset="0"/>
                    </a:rPr>
                    <a:t>GraphX</a:t>
                  </a:r>
                  <a:endParaRPr lang="en-US" sz="15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5205943-1290-FD65-310B-53985137F9E5}"/>
                  </a:ext>
                </a:extLst>
              </p:cNvPr>
              <p:cNvSpPr txBox="1"/>
              <p:nvPr/>
            </p:nvSpPr>
            <p:spPr>
              <a:xfrm rot="16200000">
                <a:off x="3160344" y="1727848"/>
                <a:ext cx="138845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Out-of-Core</a:t>
                </a: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890278B-AAB8-1FEB-3FF6-59F7BBCD3400}"/>
                  </a:ext>
                </a:extLst>
              </p:cNvPr>
              <p:cNvSpPr txBox="1"/>
              <p:nvPr/>
            </p:nvSpPr>
            <p:spPr>
              <a:xfrm rot="16200000">
                <a:off x="3233322" y="4823979"/>
                <a:ext cx="12621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In-Memory</a:t>
                </a:r>
              </a:p>
            </p:txBody>
          </p: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54C329F1-73C4-CF95-46E8-B8A04E9A9489}"/>
                </a:ext>
              </a:extLst>
            </p:cNvPr>
            <p:cNvGrpSpPr/>
            <p:nvPr/>
          </p:nvGrpSpPr>
          <p:grpSpPr>
            <a:xfrm>
              <a:off x="4794768" y="2219848"/>
              <a:ext cx="5622615" cy="3135531"/>
              <a:chOff x="692555" y="583987"/>
              <a:chExt cx="5622615" cy="3135531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3E835E46-D32F-97EF-6F7F-F406341E67BD}"/>
                  </a:ext>
                </a:extLst>
              </p:cNvPr>
              <p:cNvSpPr/>
              <p:nvPr/>
            </p:nvSpPr>
            <p:spPr>
              <a:xfrm>
                <a:off x="714615" y="583987"/>
                <a:ext cx="5575252" cy="1283233"/>
              </a:xfrm>
              <a:prstGeom prst="rect">
                <a:avLst/>
              </a:prstGeom>
              <a:solidFill>
                <a:srgbClr val="00A4F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78A462D4-0F68-1FBD-C5B2-45BBB50B0E84}"/>
                  </a:ext>
                </a:extLst>
              </p:cNvPr>
              <p:cNvSpPr/>
              <p:nvPr/>
            </p:nvSpPr>
            <p:spPr>
              <a:xfrm>
                <a:off x="2200409" y="642609"/>
                <a:ext cx="149838" cy="15917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6114B25A-A9A3-8DBA-8946-1BC0F0BAE397}"/>
                  </a:ext>
                </a:extLst>
              </p:cNvPr>
              <p:cNvSpPr/>
              <p:nvPr/>
            </p:nvSpPr>
            <p:spPr>
              <a:xfrm>
                <a:off x="714615" y="1871062"/>
                <a:ext cx="5575253" cy="1283233"/>
              </a:xfrm>
              <a:prstGeom prst="rect">
                <a:avLst/>
              </a:prstGeom>
              <a:solidFill>
                <a:srgbClr val="E69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DF3644D5-D562-28CB-0F15-82AE7A57EDD1}"/>
                  </a:ext>
                </a:extLst>
              </p:cNvPr>
              <p:cNvSpPr/>
              <p:nvPr/>
            </p:nvSpPr>
            <p:spPr>
              <a:xfrm>
                <a:off x="1102192" y="2063186"/>
                <a:ext cx="149838" cy="15917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B860F5A5-0120-A800-3B42-54758008B23E}"/>
                  </a:ext>
                </a:extLst>
              </p:cNvPr>
              <p:cNvSpPr/>
              <p:nvPr/>
            </p:nvSpPr>
            <p:spPr>
              <a:xfrm>
                <a:off x="3990122" y="1960363"/>
                <a:ext cx="149838" cy="15917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A6EA3887-623B-CB99-CA0A-7E10ECCD72B9}"/>
                  </a:ext>
                </a:extLst>
              </p:cNvPr>
              <p:cNvSpPr/>
              <p:nvPr/>
            </p:nvSpPr>
            <p:spPr>
              <a:xfrm>
                <a:off x="3877249" y="2299983"/>
                <a:ext cx="149838" cy="15917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79E6EFE3-FBBA-99D4-B4C1-0B3C83A1EB89}"/>
                  </a:ext>
                </a:extLst>
              </p:cNvPr>
              <p:cNvSpPr/>
              <p:nvPr/>
            </p:nvSpPr>
            <p:spPr>
              <a:xfrm>
                <a:off x="2593451" y="2109079"/>
                <a:ext cx="149838" cy="15917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60E4D3E8-B7CA-63AB-5DB1-B4C283EEA7C9}"/>
                  </a:ext>
                </a:extLst>
              </p:cNvPr>
              <p:cNvSpPr/>
              <p:nvPr/>
            </p:nvSpPr>
            <p:spPr>
              <a:xfrm>
                <a:off x="5477881" y="2576140"/>
                <a:ext cx="149838" cy="15917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E9B04DC2-5239-7D7A-6636-2CA1B589DDC3}"/>
                  </a:ext>
                </a:extLst>
              </p:cNvPr>
              <p:cNvSpPr txBox="1"/>
              <p:nvPr/>
            </p:nvSpPr>
            <p:spPr>
              <a:xfrm>
                <a:off x="767474" y="843665"/>
                <a:ext cx="969111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LiveGraph</a:t>
                </a:r>
                <a:endParaRPr lang="en-US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C8294526-0EC5-7FBA-FC0D-9F7976980236}"/>
                  </a:ext>
                </a:extLst>
              </p:cNvPr>
              <p:cNvSpPr txBox="1"/>
              <p:nvPr/>
            </p:nvSpPr>
            <p:spPr>
              <a:xfrm>
                <a:off x="692555" y="2170242"/>
                <a:ext cx="1011559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Sortledton</a:t>
                </a:r>
                <a:endParaRPr lang="en-US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E0DA0B5E-8125-E57D-36C8-E00820ECCC35}"/>
                  </a:ext>
                </a:extLst>
              </p:cNvPr>
              <p:cNvSpPr txBox="1"/>
              <p:nvPr/>
            </p:nvSpPr>
            <p:spPr>
              <a:xfrm>
                <a:off x="859441" y="2770166"/>
                <a:ext cx="629211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Teseo</a:t>
                </a: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BA083804-9F50-E062-FD85-660F84D5571C}"/>
                  </a:ext>
                </a:extLst>
              </p:cNvPr>
              <p:cNvSpPr/>
              <p:nvPr/>
            </p:nvSpPr>
            <p:spPr>
              <a:xfrm>
                <a:off x="1637071" y="2391349"/>
                <a:ext cx="149838" cy="15917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CA828EEB-B1F4-CE0F-C264-7C27CA06403C}"/>
                  </a:ext>
                </a:extLst>
              </p:cNvPr>
              <p:cNvSpPr txBox="1"/>
              <p:nvPr/>
            </p:nvSpPr>
            <p:spPr>
              <a:xfrm>
                <a:off x="1500886" y="2472125"/>
                <a:ext cx="497893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GTX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D0B8FE3-240E-9BA9-25E4-37DBDE7DF8EF}"/>
                  </a:ext>
                </a:extLst>
              </p:cNvPr>
              <p:cNvSpPr txBox="1"/>
              <p:nvPr/>
            </p:nvSpPr>
            <p:spPr>
              <a:xfrm>
                <a:off x="3505566" y="2034622"/>
                <a:ext cx="1016240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Kickstarter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C426587-B3FD-3A46-3B82-4296013ABDFA}"/>
                  </a:ext>
                </a:extLst>
              </p:cNvPr>
              <p:cNvSpPr txBox="1"/>
              <p:nvPr/>
            </p:nvSpPr>
            <p:spPr>
              <a:xfrm>
                <a:off x="3459636" y="2363606"/>
                <a:ext cx="977383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GraphBolt</a:t>
                </a:r>
                <a:endParaRPr lang="en-US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F1A7744-F297-0DC6-F5B0-270F42214F06}"/>
                  </a:ext>
                </a:extLst>
              </p:cNvPr>
              <p:cNvSpPr txBox="1"/>
              <p:nvPr/>
            </p:nvSpPr>
            <p:spPr>
              <a:xfrm>
                <a:off x="2317954" y="2193998"/>
                <a:ext cx="700833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ASPEN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0F10CC5-FBA1-0571-E834-DFBDD0C6F7A6}"/>
                  </a:ext>
                </a:extLst>
              </p:cNvPr>
              <p:cNvSpPr txBox="1"/>
              <p:nvPr/>
            </p:nvSpPr>
            <p:spPr>
              <a:xfrm>
                <a:off x="2137348" y="2761644"/>
                <a:ext cx="987001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GraphOne</a:t>
                </a:r>
                <a:endParaRPr lang="en-US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68E0A007-AF1B-7917-1102-70013D00C7D9}"/>
                  </a:ext>
                </a:extLst>
              </p:cNvPr>
              <p:cNvSpPr txBox="1"/>
              <p:nvPr/>
            </p:nvSpPr>
            <p:spPr>
              <a:xfrm>
                <a:off x="5105201" y="2686771"/>
                <a:ext cx="856581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STINGER</a:t>
                </a:r>
              </a:p>
            </p:txBody>
          </p:sp>
          <p:sp>
            <p:nvSpPr>
              <p:cNvPr id="73" name="Right Brace 72">
                <a:extLst>
                  <a:ext uri="{FF2B5EF4-FFF2-40B4-BE49-F238E27FC236}">
                    <a16:creationId xmlns:a16="http://schemas.microsoft.com/office/drawing/2014/main" id="{3026597F-9F2E-5F7B-CF96-F8A2D2FA232D}"/>
                  </a:ext>
                </a:extLst>
              </p:cNvPr>
              <p:cNvSpPr/>
              <p:nvPr/>
            </p:nvSpPr>
            <p:spPr>
              <a:xfrm rot="5400000">
                <a:off x="1241117" y="2695814"/>
                <a:ext cx="247242" cy="1268082"/>
              </a:xfrm>
              <a:prstGeom prst="righ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D0C40600-0FBD-A5B8-094D-80D5E5E1FBF4}"/>
                  </a:ext>
                </a:extLst>
              </p:cNvPr>
              <p:cNvSpPr txBox="1"/>
              <p:nvPr/>
            </p:nvSpPr>
            <p:spPr>
              <a:xfrm>
                <a:off x="692555" y="3396353"/>
                <a:ext cx="1217128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Transactional</a:t>
                </a:r>
              </a:p>
            </p:txBody>
          </p:sp>
          <p:sp>
            <p:nvSpPr>
              <p:cNvPr id="75" name="Right Brace 74">
                <a:extLst>
                  <a:ext uri="{FF2B5EF4-FFF2-40B4-BE49-F238E27FC236}">
                    <a16:creationId xmlns:a16="http://schemas.microsoft.com/office/drawing/2014/main" id="{8B40815B-5698-E9D5-ECE6-81476150E21F}"/>
                  </a:ext>
                </a:extLst>
              </p:cNvPr>
              <p:cNvSpPr/>
              <p:nvPr/>
            </p:nvSpPr>
            <p:spPr>
              <a:xfrm rot="5400000">
                <a:off x="2605881" y="2590191"/>
                <a:ext cx="247242" cy="1460269"/>
              </a:xfrm>
              <a:prstGeom prst="righ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1B7320F5-6045-9602-0752-3CCD46733495}"/>
                  </a:ext>
                </a:extLst>
              </p:cNvPr>
              <p:cNvSpPr txBox="1"/>
              <p:nvPr/>
            </p:nvSpPr>
            <p:spPr>
              <a:xfrm>
                <a:off x="2075029" y="3364106"/>
                <a:ext cx="1424942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Snapshot-based</a:t>
                </a:r>
              </a:p>
            </p:txBody>
          </p:sp>
          <p:sp>
            <p:nvSpPr>
              <p:cNvPr id="77" name="Right Brace 76">
                <a:extLst>
                  <a:ext uri="{FF2B5EF4-FFF2-40B4-BE49-F238E27FC236}">
                    <a16:creationId xmlns:a16="http://schemas.microsoft.com/office/drawing/2014/main" id="{DE8EAEDB-E23E-2C81-8279-A5ACB35DBAA6}"/>
                  </a:ext>
                </a:extLst>
              </p:cNvPr>
              <p:cNvSpPr/>
              <p:nvPr/>
            </p:nvSpPr>
            <p:spPr>
              <a:xfrm rot="5400000">
                <a:off x="4024614" y="2641257"/>
                <a:ext cx="240007" cy="1369963"/>
              </a:xfrm>
              <a:prstGeom prst="righ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3EA43C80-2207-346A-A67A-16090181A1E0}"/>
                  </a:ext>
                </a:extLst>
              </p:cNvPr>
              <p:cNvSpPr txBox="1"/>
              <p:nvPr/>
            </p:nvSpPr>
            <p:spPr>
              <a:xfrm>
                <a:off x="3508114" y="3366402"/>
                <a:ext cx="1479316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Batch-consistent</a:t>
                </a:r>
              </a:p>
            </p:txBody>
          </p:sp>
          <p:sp>
            <p:nvSpPr>
              <p:cNvPr id="79" name="Right Brace 78">
                <a:extLst>
                  <a:ext uri="{FF2B5EF4-FFF2-40B4-BE49-F238E27FC236}">
                    <a16:creationId xmlns:a16="http://schemas.microsoft.com/office/drawing/2014/main" id="{368FD040-4625-FF39-D7E5-A432315B3FAD}"/>
                  </a:ext>
                </a:extLst>
              </p:cNvPr>
              <p:cNvSpPr/>
              <p:nvPr/>
            </p:nvSpPr>
            <p:spPr>
              <a:xfrm rot="5400000">
                <a:off x="5436112" y="2599721"/>
                <a:ext cx="247242" cy="1460269"/>
              </a:xfrm>
              <a:prstGeom prst="rightBrac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44CDA0D9-BC57-558F-CD1C-B8752A2B9A89}"/>
                  </a:ext>
                </a:extLst>
              </p:cNvPr>
              <p:cNvSpPr txBox="1"/>
              <p:nvPr/>
            </p:nvSpPr>
            <p:spPr>
              <a:xfrm>
                <a:off x="4920301" y="3373636"/>
                <a:ext cx="1394869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Uncoordinated 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1661B5EB-98EB-4634-7E7B-36306FD1BFC4}"/>
                  </a:ext>
                </a:extLst>
              </p:cNvPr>
              <p:cNvSpPr txBox="1"/>
              <p:nvPr/>
            </p:nvSpPr>
            <p:spPr>
              <a:xfrm>
                <a:off x="1909683" y="714552"/>
                <a:ext cx="731290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LLAMA</a:t>
                </a: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36B27FE6-452D-4597-2AC7-32A06138AEE3}"/>
                  </a:ext>
                </a:extLst>
              </p:cNvPr>
              <p:cNvSpPr/>
              <p:nvPr/>
            </p:nvSpPr>
            <p:spPr>
              <a:xfrm>
                <a:off x="2200410" y="998864"/>
                <a:ext cx="149838" cy="15917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966310B8-23B5-7163-EEA5-A2050F2BAD97}"/>
                  </a:ext>
                </a:extLst>
              </p:cNvPr>
              <p:cNvSpPr txBox="1"/>
              <p:nvPr/>
            </p:nvSpPr>
            <p:spPr>
              <a:xfrm>
                <a:off x="1909684" y="1070807"/>
                <a:ext cx="996619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LSMGraph</a:t>
                </a:r>
                <a:endParaRPr lang="en-US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3BB26B2F-6C37-5F8B-3FA9-C3742966F468}"/>
                  </a:ext>
                </a:extLst>
              </p:cNvPr>
              <p:cNvSpPr/>
              <p:nvPr/>
            </p:nvSpPr>
            <p:spPr>
              <a:xfrm>
                <a:off x="2350247" y="1447473"/>
                <a:ext cx="149838" cy="15917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8D7A5BB6-3DCC-24C0-1448-C6510ECAA51A}"/>
                  </a:ext>
                </a:extLst>
              </p:cNvPr>
              <p:cNvSpPr txBox="1"/>
              <p:nvPr/>
            </p:nvSpPr>
            <p:spPr>
              <a:xfrm>
                <a:off x="2106199" y="1537008"/>
                <a:ext cx="619016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BACH</a:t>
                </a: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50EA72A0-277B-462F-9A5A-3B253A14B887}"/>
                  </a:ext>
                </a:extLst>
              </p:cNvPr>
              <p:cNvSpPr/>
              <p:nvPr/>
            </p:nvSpPr>
            <p:spPr>
              <a:xfrm>
                <a:off x="4012532" y="2680147"/>
                <a:ext cx="149838" cy="15917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A6B4E232-6147-F1AE-EC54-194CBD473F24}"/>
                  </a:ext>
                </a:extLst>
              </p:cNvPr>
              <p:cNvSpPr txBox="1"/>
              <p:nvPr/>
            </p:nvSpPr>
            <p:spPr>
              <a:xfrm>
                <a:off x="3681314" y="2745825"/>
                <a:ext cx="812274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GraphIn</a:t>
                </a:r>
                <a:endParaRPr lang="en-US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88F4035A-1A96-ECE2-C7DD-E8DB7888EF95}"/>
                  </a:ext>
                </a:extLst>
              </p:cNvPr>
              <p:cNvSpPr/>
              <p:nvPr/>
            </p:nvSpPr>
            <p:spPr>
              <a:xfrm>
                <a:off x="5422270" y="812623"/>
                <a:ext cx="149838" cy="15917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76262F47-EB09-53B9-C064-F9F2DE4C3CCE}"/>
                  </a:ext>
                </a:extLst>
              </p:cNvPr>
              <p:cNvSpPr txBox="1"/>
              <p:nvPr/>
            </p:nvSpPr>
            <p:spPr>
              <a:xfrm>
                <a:off x="5049590" y="923254"/>
                <a:ext cx="958147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GraphSSD</a:t>
                </a:r>
                <a:endParaRPr lang="en-US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BF4C108F-4379-534F-4466-6DF60AEEEA82}"/>
                  </a:ext>
                </a:extLst>
              </p:cNvPr>
              <p:cNvSpPr/>
              <p:nvPr/>
            </p:nvSpPr>
            <p:spPr>
              <a:xfrm>
                <a:off x="5422270" y="1331604"/>
                <a:ext cx="149838" cy="159178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2D271E24-6D5E-2FD5-D7FE-BC7B274F68BF}"/>
                  </a:ext>
                </a:extLst>
              </p:cNvPr>
              <p:cNvSpPr txBox="1"/>
              <p:nvPr/>
            </p:nvSpPr>
            <p:spPr>
              <a:xfrm>
                <a:off x="5049590" y="1442235"/>
                <a:ext cx="1018997" cy="32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500" dirty="0" err="1">
                    <a:latin typeface="Calibri" panose="020F0502020204030204" pitchFamily="34" charset="0"/>
                    <a:cs typeface="Calibri" panose="020F0502020204030204" pitchFamily="34" charset="0"/>
                  </a:rPr>
                  <a:t>MBFGraph</a:t>
                </a:r>
                <a:endParaRPr lang="en-US" sz="15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AADF5B1-6DFC-3012-881D-BD192B4D26BE}"/>
                </a:ext>
              </a:extLst>
            </p:cNvPr>
            <p:cNvSpPr txBox="1"/>
            <p:nvPr/>
          </p:nvSpPr>
          <p:spPr>
            <a:xfrm>
              <a:off x="4013836" y="84842"/>
              <a:ext cx="1945469" cy="369332"/>
            </a:xfrm>
            <a:prstGeom prst="rect">
              <a:avLst/>
            </a:prstGeom>
            <a:noFill/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Structural Graphs</a:t>
              </a:r>
            </a:p>
          </p:txBody>
        </p:sp>
        <p:cxnSp>
          <p:nvCxnSpPr>
            <p:cNvPr id="94" name="Elbow Connector 93">
              <a:extLst>
                <a:ext uri="{FF2B5EF4-FFF2-40B4-BE49-F238E27FC236}">
                  <a16:creationId xmlns:a16="http://schemas.microsoft.com/office/drawing/2014/main" id="{19EEC47F-E3AB-38B0-4D99-23E900DF9D03}"/>
                </a:ext>
              </a:extLst>
            </p:cNvPr>
            <p:cNvCxnSpPr>
              <a:cxnSpLocks/>
              <a:stCxn id="92" idx="1"/>
              <a:endCxn id="100" idx="0"/>
            </p:cNvCxnSpPr>
            <p:nvPr/>
          </p:nvCxnSpPr>
          <p:spPr>
            <a:xfrm rot="10800000" flipV="1">
              <a:off x="2120880" y="269508"/>
              <a:ext cx="1892957" cy="690336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Elbow Connector 95">
              <a:extLst>
                <a:ext uri="{FF2B5EF4-FFF2-40B4-BE49-F238E27FC236}">
                  <a16:creationId xmlns:a16="http://schemas.microsoft.com/office/drawing/2014/main" id="{22416464-639A-8A71-08C4-07CE525FF938}"/>
                </a:ext>
              </a:extLst>
            </p:cNvPr>
            <p:cNvCxnSpPr>
              <a:cxnSpLocks/>
              <a:stCxn id="92" idx="3"/>
              <a:endCxn id="97" idx="0"/>
            </p:cNvCxnSpPr>
            <p:nvPr/>
          </p:nvCxnSpPr>
          <p:spPr>
            <a:xfrm>
              <a:off x="5959305" y="269508"/>
              <a:ext cx="1642879" cy="1284397"/>
            </a:xfrm>
            <a:prstGeom prst="bentConnector2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CF0F8050-9B40-267B-9E64-91A2B3838FD8}"/>
                </a:ext>
              </a:extLst>
            </p:cNvPr>
            <p:cNvSpPr txBox="1"/>
            <p:nvPr/>
          </p:nvSpPr>
          <p:spPr>
            <a:xfrm>
              <a:off x="6680521" y="1553905"/>
              <a:ext cx="1843325" cy="369332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Dynamic Graphs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7EE7014-5A82-5BFF-2866-E8C5AA7ACE67}"/>
                </a:ext>
              </a:extLst>
            </p:cNvPr>
            <p:cNvSpPr txBox="1"/>
            <p:nvPr/>
          </p:nvSpPr>
          <p:spPr>
            <a:xfrm>
              <a:off x="1353777" y="959844"/>
              <a:ext cx="1534203" cy="369332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Static Graphs</a:t>
              </a:r>
            </a:p>
          </p:txBody>
        </p:sp>
        <p:sp>
          <p:nvSpPr>
            <p:cNvPr id="103" name="Right Brace 102">
              <a:extLst>
                <a:ext uri="{FF2B5EF4-FFF2-40B4-BE49-F238E27FC236}">
                  <a16:creationId xmlns:a16="http://schemas.microsoft.com/office/drawing/2014/main" id="{EC412F48-7BA4-FB8D-8B99-031EEA90A88E}"/>
                </a:ext>
              </a:extLst>
            </p:cNvPr>
            <p:cNvSpPr/>
            <p:nvPr/>
          </p:nvSpPr>
          <p:spPr>
            <a:xfrm rot="16200000">
              <a:off x="7490487" y="-717332"/>
              <a:ext cx="227934" cy="5575251"/>
            </a:xfrm>
            <a:prstGeom prst="rightBrace">
              <a:avLst>
                <a:gd name="adj1" fmla="val 53827"/>
                <a:gd name="adj2" fmla="val 4983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ight Brace 105">
              <a:extLst>
                <a:ext uri="{FF2B5EF4-FFF2-40B4-BE49-F238E27FC236}">
                  <a16:creationId xmlns:a16="http://schemas.microsoft.com/office/drawing/2014/main" id="{07BBB3ED-237C-2662-76FA-6C1A7965A2A4}"/>
                </a:ext>
              </a:extLst>
            </p:cNvPr>
            <p:cNvSpPr/>
            <p:nvPr/>
          </p:nvSpPr>
          <p:spPr>
            <a:xfrm rot="16200000">
              <a:off x="2012355" y="32953"/>
              <a:ext cx="217049" cy="2809496"/>
            </a:xfrm>
            <a:prstGeom prst="rightBrace">
              <a:avLst>
                <a:gd name="adj1" fmla="val 53827"/>
                <a:gd name="adj2" fmla="val 49831"/>
              </a:avLst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473DD688-A2E3-5414-E3E3-E7E8019C3155}"/>
                </a:ext>
              </a:extLst>
            </p:cNvPr>
            <p:cNvCxnSpPr/>
            <p:nvPr/>
          </p:nvCxnSpPr>
          <p:spPr>
            <a:xfrm>
              <a:off x="4832910" y="5693790"/>
              <a:ext cx="566855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C2E84955-B131-E668-658C-9638C960E8E4}"/>
                </a:ext>
              </a:extLst>
            </p:cNvPr>
            <p:cNvSpPr txBox="1"/>
            <p:nvPr/>
          </p:nvSpPr>
          <p:spPr>
            <a:xfrm>
              <a:off x="5838798" y="5680738"/>
              <a:ext cx="38604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Diminishing Consistency Guarantees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CF77A0F3-4B60-855B-726F-4E21753EFA15}"/>
                </a:ext>
              </a:extLst>
            </p:cNvPr>
            <p:cNvSpPr txBox="1"/>
            <p:nvPr/>
          </p:nvSpPr>
          <p:spPr>
            <a:xfrm rot="16200000">
              <a:off x="9977011" y="2676798"/>
              <a:ext cx="13884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Out-of-Core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E8781CF6-3698-FBBC-6A81-D89C6E94B5CD}"/>
                </a:ext>
              </a:extLst>
            </p:cNvPr>
            <p:cNvSpPr txBox="1"/>
            <p:nvPr/>
          </p:nvSpPr>
          <p:spPr>
            <a:xfrm rot="16200000">
              <a:off x="10040448" y="4042628"/>
              <a:ext cx="12621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In-Memory</a:t>
              </a:r>
            </a:p>
          </p:txBody>
        </p:sp>
        <p:sp>
          <p:nvSpPr>
            <p:cNvPr id="113" name="5-Point Star 112">
              <a:extLst>
                <a:ext uri="{FF2B5EF4-FFF2-40B4-BE49-F238E27FC236}">
                  <a16:creationId xmlns:a16="http://schemas.microsoft.com/office/drawing/2014/main" id="{254C5BFB-C6D0-3671-A5EC-9F935AA072C7}"/>
                </a:ext>
              </a:extLst>
            </p:cNvPr>
            <p:cNvSpPr/>
            <p:nvPr/>
          </p:nvSpPr>
          <p:spPr>
            <a:xfrm>
              <a:off x="1084000" y="2673578"/>
              <a:ext cx="158400" cy="158400"/>
            </a:xfrm>
            <a:prstGeom prst="star5">
              <a:avLst/>
            </a:prstGeom>
            <a:solidFill>
              <a:srgbClr val="DB1048"/>
            </a:solidFill>
            <a:ln w="0">
              <a:solidFill>
                <a:srgbClr val="DB10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5-Point Star 113">
              <a:extLst>
                <a:ext uri="{FF2B5EF4-FFF2-40B4-BE49-F238E27FC236}">
                  <a16:creationId xmlns:a16="http://schemas.microsoft.com/office/drawing/2014/main" id="{45A6909B-CE23-D12D-5AAF-9DE6A2153A99}"/>
                </a:ext>
              </a:extLst>
            </p:cNvPr>
            <p:cNvSpPr/>
            <p:nvPr/>
          </p:nvSpPr>
          <p:spPr>
            <a:xfrm>
              <a:off x="3048766" y="3794538"/>
              <a:ext cx="158400" cy="158400"/>
            </a:xfrm>
            <a:prstGeom prst="star5">
              <a:avLst/>
            </a:prstGeom>
            <a:solidFill>
              <a:srgbClr val="DB1048"/>
            </a:solidFill>
            <a:ln w="0">
              <a:solidFill>
                <a:srgbClr val="DB10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5-Point Star 114">
              <a:extLst>
                <a:ext uri="{FF2B5EF4-FFF2-40B4-BE49-F238E27FC236}">
                  <a16:creationId xmlns:a16="http://schemas.microsoft.com/office/drawing/2014/main" id="{2F9FD39C-7693-1F8A-2BFF-834F214A8B80}"/>
                </a:ext>
              </a:extLst>
            </p:cNvPr>
            <p:cNvSpPr/>
            <p:nvPr/>
          </p:nvSpPr>
          <p:spPr>
            <a:xfrm>
              <a:off x="2673541" y="2607662"/>
              <a:ext cx="158400" cy="158400"/>
            </a:xfrm>
            <a:prstGeom prst="star5">
              <a:avLst/>
            </a:prstGeom>
            <a:solidFill>
              <a:srgbClr val="DB1048"/>
            </a:solidFill>
            <a:ln w="0">
              <a:solidFill>
                <a:srgbClr val="DB10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5-Point Star 115">
              <a:extLst>
                <a:ext uri="{FF2B5EF4-FFF2-40B4-BE49-F238E27FC236}">
                  <a16:creationId xmlns:a16="http://schemas.microsoft.com/office/drawing/2014/main" id="{B386EB20-6D35-1C1A-02C1-A367970C110C}"/>
                </a:ext>
              </a:extLst>
            </p:cNvPr>
            <p:cNvSpPr/>
            <p:nvPr/>
          </p:nvSpPr>
          <p:spPr>
            <a:xfrm>
              <a:off x="1031347" y="4779164"/>
              <a:ext cx="158400" cy="158400"/>
            </a:xfrm>
            <a:prstGeom prst="star5">
              <a:avLst/>
            </a:prstGeom>
            <a:solidFill>
              <a:srgbClr val="DB1048"/>
            </a:solidFill>
            <a:ln w="0">
              <a:solidFill>
                <a:srgbClr val="DB10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" name="5-Point Star 116">
              <a:extLst>
                <a:ext uri="{FF2B5EF4-FFF2-40B4-BE49-F238E27FC236}">
                  <a16:creationId xmlns:a16="http://schemas.microsoft.com/office/drawing/2014/main" id="{5E1EED9F-0853-1C99-30F3-9DE2483E4C88}"/>
                </a:ext>
              </a:extLst>
            </p:cNvPr>
            <p:cNvSpPr/>
            <p:nvPr/>
          </p:nvSpPr>
          <p:spPr>
            <a:xfrm>
              <a:off x="1274577" y="5276179"/>
              <a:ext cx="158400" cy="158400"/>
            </a:xfrm>
            <a:prstGeom prst="star5">
              <a:avLst/>
            </a:prstGeom>
            <a:solidFill>
              <a:srgbClr val="DB1048"/>
            </a:solidFill>
            <a:ln w="0">
              <a:solidFill>
                <a:srgbClr val="DB10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" name="5-Point Star 117">
              <a:extLst>
                <a:ext uri="{FF2B5EF4-FFF2-40B4-BE49-F238E27FC236}">
                  <a16:creationId xmlns:a16="http://schemas.microsoft.com/office/drawing/2014/main" id="{2946CE99-4E7B-A212-E2A7-58262B259F0A}"/>
                </a:ext>
              </a:extLst>
            </p:cNvPr>
            <p:cNvSpPr/>
            <p:nvPr/>
          </p:nvSpPr>
          <p:spPr>
            <a:xfrm>
              <a:off x="2699696" y="5680738"/>
              <a:ext cx="158400" cy="158400"/>
            </a:xfrm>
            <a:prstGeom prst="star5">
              <a:avLst/>
            </a:prstGeom>
            <a:solidFill>
              <a:srgbClr val="DB1048"/>
            </a:solidFill>
            <a:ln w="0">
              <a:solidFill>
                <a:srgbClr val="DB10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" name="5-Point Star 118">
              <a:extLst>
                <a:ext uri="{FF2B5EF4-FFF2-40B4-BE49-F238E27FC236}">
                  <a16:creationId xmlns:a16="http://schemas.microsoft.com/office/drawing/2014/main" id="{61CC83CE-DEB7-4102-08F2-7558257150C7}"/>
                </a:ext>
              </a:extLst>
            </p:cNvPr>
            <p:cNvSpPr/>
            <p:nvPr/>
          </p:nvSpPr>
          <p:spPr>
            <a:xfrm>
              <a:off x="5210915" y="2393414"/>
              <a:ext cx="158400" cy="158400"/>
            </a:xfrm>
            <a:prstGeom prst="star5">
              <a:avLst/>
            </a:prstGeom>
            <a:solidFill>
              <a:srgbClr val="DB1048"/>
            </a:solidFill>
            <a:ln w="0">
              <a:solidFill>
                <a:srgbClr val="DB10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" name="5-Point Star 119">
              <a:extLst>
                <a:ext uri="{FF2B5EF4-FFF2-40B4-BE49-F238E27FC236}">
                  <a16:creationId xmlns:a16="http://schemas.microsoft.com/office/drawing/2014/main" id="{ED27D477-6018-9536-44D3-054FC3597A38}"/>
                </a:ext>
              </a:extLst>
            </p:cNvPr>
            <p:cNvSpPr/>
            <p:nvPr/>
          </p:nvSpPr>
          <p:spPr>
            <a:xfrm>
              <a:off x="5145075" y="4316397"/>
              <a:ext cx="158400" cy="158400"/>
            </a:xfrm>
            <a:prstGeom prst="star5">
              <a:avLst/>
            </a:prstGeom>
            <a:solidFill>
              <a:srgbClr val="DB1048"/>
            </a:solidFill>
            <a:ln w="0">
              <a:solidFill>
                <a:srgbClr val="DB10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1" name="5-Point Star 120">
              <a:extLst>
                <a:ext uri="{FF2B5EF4-FFF2-40B4-BE49-F238E27FC236}">
                  <a16:creationId xmlns:a16="http://schemas.microsoft.com/office/drawing/2014/main" id="{29E6DC7B-265F-E269-F5A4-01ED91F45CCA}"/>
                </a:ext>
              </a:extLst>
            </p:cNvPr>
            <p:cNvSpPr/>
            <p:nvPr/>
          </p:nvSpPr>
          <p:spPr>
            <a:xfrm>
              <a:off x="6653861" y="4314463"/>
              <a:ext cx="158400" cy="158400"/>
            </a:xfrm>
            <a:prstGeom prst="star5">
              <a:avLst/>
            </a:prstGeom>
            <a:solidFill>
              <a:srgbClr val="DB1048"/>
            </a:solidFill>
            <a:ln w="0">
              <a:solidFill>
                <a:srgbClr val="DB104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1287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1124</TotalTime>
  <Words>95</Words>
  <Application>Microsoft Macintosh PowerPoint</Application>
  <PresentationFormat>Widescreen</PresentationFormat>
  <Paragraphs>90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puneet89@student.ubc.ca</dc:creator>
  <cp:lastModifiedBy>puneet89@student.ubc.ca</cp:lastModifiedBy>
  <cp:revision>2</cp:revision>
  <dcterms:created xsi:type="dcterms:W3CDTF">2026-09-07T22:48:44Z</dcterms:created>
  <dcterms:modified xsi:type="dcterms:W3CDTF">2026-09-08T17:33:02Z</dcterms:modified>
</cp:coreProperties>
</file>