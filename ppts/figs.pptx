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98"/>
    <p:restoredTop sz="94677"/>
  </p:normalViewPr>
  <p:slideViewPr>
    <p:cSldViewPr snapToGrid="0">
      <p:cViewPr>
        <p:scale>
          <a:sx n="174" d="100"/>
          <a:sy n="174" d="100"/>
        </p:scale>
        <p:origin x="-488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AED0-8708-13F5-6414-9E849A9F2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B8900-4F10-BFC3-1A48-314FF79CF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6A198-F81B-F29E-9605-620BC77F7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C8D97-F327-DA8F-5EE2-A1E7695EC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69FC3-EFF8-ABF5-B4D5-842900AD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5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401F-9916-7880-20F9-17E3ACD7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2B35-9703-315F-FBFC-F4CD29868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8AF49-32CA-F02E-6C2A-5F491662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F5C0F-CF6D-1644-BCCB-B388F4A6F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8DD0A-BA77-8D76-61AF-574AA891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4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660F-5507-D4C3-B7C4-731E8F8A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F6649-D7ED-B151-B5DF-35EBB0E18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A5750-F66D-F397-6633-CD83505A5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6F4B2-CA71-539B-EA81-1AD84530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1A246-3FD5-85CD-E62D-B4CF7B07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7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6C5F-9461-0428-08E6-0A9B2ED7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10E99-55A3-D299-85C6-73FEE76BF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EE54C-264B-EB08-CB68-8B50ED3B4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00C58-7328-EC03-A1B8-93478352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F502E-5706-C4C1-E993-8F8DED5C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4FCE1-7676-31F6-DC12-D003C718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34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104A-9186-9A01-90E4-B997492D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8B590-4BE7-95BB-A6C5-F5537CA37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28729-4D16-8873-0D9E-0D7C3BCC9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BA68F-38DB-11F6-FD17-63C83981B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BA178-87F0-DA8B-59E5-49A5717E4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45DEC-BF1D-0173-98BC-57740076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DF4A8-05C6-274F-56FD-4AE01688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92F39-5D4F-D996-0DBC-A0CAD001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8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61EC8-8131-62F9-23C2-1CF0E66A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818867-9888-F2FE-CE00-27BAF28A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4B8ED-86C9-F6A4-C865-DF9F3ABB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5EC10-FDE2-2729-B5CE-54391ADF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1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F4FF1-4766-BD35-219D-3A99DBAE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605D9-5BD3-5A40-B05B-65534FDA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5F76D-7DE9-1A48-7066-6F455BF6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A9CB-E871-9373-4745-9F92766B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4E491-17D7-8F46-0FAE-1900EA3E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8771A-097C-2489-FF29-2B05350E5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02D1C-F448-FF93-4BE4-2F9F4D5B9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DB332-A3F4-6003-5A2B-E5779B4E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E6909-4DF4-CA7E-1F91-69B243E5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6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288-5F03-9518-34E7-F655FA9D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DED13-FD45-646F-3DF8-384F8B022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B0317-45EE-BE2A-7C19-8D766EB96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5ABF0-50A7-8C78-34C7-1002DC57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08B3A-94FB-9156-C49D-0097EAAD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1BBB5-6174-26E5-B6F9-74764E0F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5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8228-FF49-3846-20EA-9DC735E0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51107-4F0F-2188-FC1A-39152ABBB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0F461-70AA-7FE8-731D-D678B889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CC31-D264-7BDC-C292-5EEBF8DF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5A1A-84C0-B9FE-E874-208812FB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2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9CB64-22E3-6B2D-F286-B34EA0F25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47E8B-AFD8-810F-CFD4-58E1A0134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3C1F2-60C7-0FDA-3D0E-C02EF6E1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204EF-21AA-70E0-7252-E606E9A58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30B1D-4C31-7195-7848-235CC239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0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01402-389D-6690-6692-D52D72F4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55C14-0712-9E0E-F914-03B0885E2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37884-947B-1C69-F1C3-CB14D2A22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A1BEC-2BF3-E549-B749-A0163A5C48C8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4C957-34C9-98C6-64FD-BD2521AD4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FAE68-E550-A5C0-3774-C009EA9A9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0E1D7-908E-044B-BB9B-70A7C6B90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3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ABD2871A-60FE-274B-DB9C-ED347FF563E3}"/>
              </a:ext>
            </a:extLst>
          </p:cNvPr>
          <p:cNvGrpSpPr/>
          <p:nvPr/>
        </p:nvGrpSpPr>
        <p:grpSpPr>
          <a:xfrm>
            <a:off x="2532756" y="2510288"/>
            <a:ext cx="7404874" cy="2468112"/>
            <a:chOff x="2532756" y="2510288"/>
            <a:chExt cx="7404874" cy="24681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24421E-A09C-7137-8F47-95EE8A435DA3}"/>
                </a:ext>
              </a:extLst>
            </p:cNvPr>
            <p:cNvSpPr/>
            <p:nvPr/>
          </p:nvSpPr>
          <p:spPr>
            <a:xfrm>
              <a:off x="2540000" y="2510288"/>
              <a:ext cx="7397630" cy="246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2CCD6A-2D40-26EC-2D19-F8DF3DEFF9AC}"/>
                </a:ext>
              </a:extLst>
            </p:cNvPr>
            <p:cNvSpPr txBox="1"/>
            <p:nvPr/>
          </p:nvSpPr>
          <p:spPr>
            <a:xfrm>
              <a:off x="5213317" y="4435789"/>
              <a:ext cx="2050996" cy="4982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WT_CONNECTION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BEEBD6B-AE01-3695-33F1-6AEDAD123413}"/>
                </a:ext>
              </a:extLst>
            </p:cNvPr>
            <p:cNvCxnSpPr>
              <a:cxnSpLocks/>
              <a:stCxn id="6" idx="0"/>
              <a:endCxn id="7" idx="1"/>
            </p:cNvCxnSpPr>
            <p:nvPr/>
          </p:nvCxnSpPr>
          <p:spPr>
            <a:xfrm flipV="1">
              <a:off x="6238815" y="3885541"/>
              <a:ext cx="1168925" cy="550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DC381DF-67FC-1DA6-D924-A5C18C5BB369}"/>
                </a:ext>
              </a:extLst>
            </p:cNvPr>
            <p:cNvGrpSpPr/>
            <p:nvPr/>
          </p:nvGrpSpPr>
          <p:grpSpPr>
            <a:xfrm>
              <a:off x="6613237" y="2570381"/>
              <a:ext cx="3241090" cy="1712804"/>
              <a:chOff x="6613237" y="2570381"/>
              <a:chExt cx="3241090" cy="171280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020A6A-E661-40A5-BE15-BB5756A94046}"/>
                  </a:ext>
                </a:extLst>
              </p:cNvPr>
              <p:cNvSpPr/>
              <p:nvPr/>
            </p:nvSpPr>
            <p:spPr>
              <a:xfrm>
                <a:off x="6613237" y="2570381"/>
                <a:ext cx="3241090" cy="1712804"/>
              </a:xfrm>
              <a:prstGeom prst="rect">
                <a:avLst/>
              </a:prstGeom>
              <a:solidFill>
                <a:schemeClr val="accent1">
                  <a:alpha val="25046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8B93DF-8EBE-4782-C4F6-BEE5AF893A1F}"/>
                  </a:ext>
                </a:extLst>
              </p:cNvPr>
              <p:cNvSpPr/>
              <p:nvPr/>
            </p:nvSpPr>
            <p:spPr>
              <a:xfrm>
                <a:off x="7407740" y="3587789"/>
                <a:ext cx="1643617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WT_SESSION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8173260-F4E8-6E3F-5F8E-AE2F88F7B488}"/>
                  </a:ext>
                </a:extLst>
              </p:cNvPr>
              <p:cNvSpPr/>
              <p:nvPr/>
            </p:nvSpPr>
            <p:spPr>
              <a:xfrm>
                <a:off x="6683801" y="2629453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WT_CURSOR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5E040C4-C227-32AC-D10E-31FE84B09298}"/>
                  </a:ext>
                </a:extLst>
              </p:cNvPr>
              <p:cNvSpPr/>
              <p:nvPr/>
            </p:nvSpPr>
            <p:spPr>
              <a:xfrm>
                <a:off x="8249503" y="2635104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WT_CURSOR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0572F35-9920-1526-4EFC-0911F66980BA}"/>
                  </a:ext>
                </a:extLst>
              </p:cNvPr>
              <p:cNvCxnSpPr>
                <a:cxnSpLocks/>
                <a:stCxn id="7" idx="0"/>
                <a:endCxn id="9" idx="2"/>
              </p:cNvCxnSpPr>
              <p:nvPr/>
            </p:nvCxnSpPr>
            <p:spPr>
              <a:xfrm flipH="1" flipV="1">
                <a:off x="7444509" y="3224956"/>
                <a:ext cx="785040" cy="3628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E8C1E45-C475-6682-D823-115B015C0C04}"/>
                  </a:ext>
                </a:extLst>
              </p:cNvPr>
              <p:cNvCxnSpPr>
                <a:cxnSpLocks/>
                <a:stCxn id="7" idx="0"/>
                <a:endCxn id="10" idx="2"/>
              </p:cNvCxnSpPr>
              <p:nvPr/>
            </p:nvCxnSpPr>
            <p:spPr>
              <a:xfrm flipV="1">
                <a:off x="8229549" y="3230607"/>
                <a:ext cx="780662" cy="3571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03ED05-B746-A7DF-A940-825A976EFC5B}"/>
                </a:ext>
              </a:extLst>
            </p:cNvPr>
            <p:cNvSpPr txBox="1"/>
            <p:nvPr/>
          </p:nvSpPr>
          <p:spPr>
            <a:xfrm>
              <a:off x="5973620" y="3150562"/>
              <a:ext cx="500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DCB4622-1337-85D7-6689-E9C66745A3C9}"/>
                </a:ext>
              </a:extLst>
            </p:cNvPr>
            <p:cNvCxnSpPr>
              <a:cxnSpLocks/>
              <a:stCxn id="6" idx="0"/>
              <a:endCxn id="64" idx="3"/>
            </p:cNvCxnSpPr>
            <p:nvPr/>
          </p:nvCxnSpPr>
          <p:spPr>
            <a:xfrm flipH="1" flipV="1">
              <a:off x="5028236" y="3886410"/>
              <a:ext cx="1210579" cy="5493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B10262-1252-D176-A2D6-360454E9B1C1}"/>
                </a:ext>
              </a:extLst>
            </p:cNvPr>
            <p:cNvSpPr txBox="1"/>
            <p:nvPr/>
          </p:nvSpPr>
          <p:spPr>
            <a:xfrm>
              <a:off x="7402540" y="4536886"/>
              <a:ext cx="23968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Application Process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C4B06D0-892A-011E-5017-6EF987C95AC7}"/>
                </a:ext>
              </a:extLst>
            </p:cNvPr>
            <p:cNvGrpSpPr/>
            <p:nvPr/>
          </p:nvGrpSpPr>
          <p:grpSpPr>
            <a:xfrm>
              <a:off x="2590116" y="2571250"/>
              <a:ext cx="3241090" cy="1712804"/>
              <a:chOff x="6613237" y="2570381"/>
              <a:chExt cx="3241090" cy="1712804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3E047431-F3CB-78BF-F5B3-D359612BC66B}"/>
                  </a:ext>
                </a:extLst>
              </p:cNvPr>
              <p:cNvSpPr/>
              <p:nvPr/>
            </p:nvSpPr>
            <p:spPr>
              <a:xfrm>
                <a:off x="6613237" y="2570381"/>
                <a:ext cx="3241090" cy="1712804"/>
              </a:xfrm>
              <a:prstGeom prst="rect">
                <a:avLst/>
              </a:prstGeom>
              <a:solidFill>
                <a:schemeClr val="accent1">
                  <a:alpha val="25046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D6C8B15-2310-B28B-C38A-866A08231DC2}"/>
                  </a:ext>
                </a:extLst>
              </p:cNvPr>
              <p:cNvSpPr/>
              <p:nvPr/>
            </p:nvSpPr>
            <p:spPr>
              <a:xfrm>
                <a:off x="7407740" y="3587789"/>
                <a:ext cx="1643617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WT_SESSION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9E74FD9-F1B4-55F1-6576-1339C62F845E}"/>
                  </a:ext>
                </a:extLst>
              </p:cNvPr>
              <p:cNvSpPr/>
              <p:nvPr/>
            </p:nvSpPr>
            <p:spPr>
              <a:xfrm>
                <a:off x="6683801" y="2629453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WT_CURSOR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EE160F4-4888-FCE9-9D35-541D75CE4B00}"/>
                  </a:ext>
                </a:extLst>
              </p:cNvPr>
              <p:cNvSpPr/>
              <p:nvPr/>
            </p:nvSpPr>
            <p:spPr>
              <a:xfrm>
                <a:off x="8249503" y="2635104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WT_CURSOR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4F9F061-BC6E-8D6D-B0DF-2462EC8241D1}"/>
                  </a:ext>
                </a:extLst>
              </p:cNvPr>
              <p:cNvCxnSpPr>
                <a:cxnSpLocks/>
                <a:stCxn id="64" idx="0"/>
                <a:endCxn id="65" idx="2"/>
              </p:cNvCxnSpPr>
              <p:nvPr/>
            </p:nvCxnSpPr>
            <p:spPr>
              <a:xfrm flipH="1" flipV="1">
                <a:off x="7444509" y="3224956"/>
                <a:ext cx="785040" cy="3628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15EC551-D4E2-4694-895F-51B88F70A035}"/>
                  </a:ext>
                </a:extLst>
              </p:cNvPr>
              <p:cNvCxnSpPr>
                <a:cxnSpLocks/>
                <a:stCxn id="64" idx="0"/>
                <a:endCxn id="66" idx="2"/>
              </p:cNvCxnSpPr>
              <p:nvPr/>
            </p:nvCxnSpPr>
            <p:spPr>
              <a:xfrm flipV="1">
                <a:off x="8229549" y="3230607"/>
                <a:ext cx="780662" cy="3571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2E86EC5-AE53-2882-ACE5-ACA28C696E11}"/>
                </a:ext>
              </a:extLst>
            </p:cNvPr>
            <p:cNvSpPr txBox="1"/>
            <p:nvPr/>
          </p:nvSpPr>
          <p:spPr>
            <a:xfrm>
              <a:off x="2532756" y="3921475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Thread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sz="16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3822065-90D7-3033-118B-04E7B4A7FC24}"/>
                </a:ext>
              </a:extLst>
            </p:cNvPr>
            <p:cNvSpPr txBox="1"/>
            <p:nvPr/>
          </p:nvSpPr>
          <p:spPr>
            <a:xfrm>
              <a:off x="9063944" y="3965665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Thread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US" sz="16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5579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690775-484B-475E-B9C3-FA89BEF48E81}"/>
              </a:ext>
            </a:extLst>
          </p:cNvPr>
          <p:cNvGrpSpPr/>
          <p:nvPr/>
        </p:nvGrpSpPr>
        <p:grpSpPr>
          <a:xfrm>
            <a:off x="2532756" y="2510288"/>
            <a:ext cx="7404874" cy="2468112"/>
            <a:chOff x="2532756" y="2510288"/>
            <a:chExt cx="7404874" cy="24681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3F2170-0B93-3242-5AC4-E13B6B3FE77E}"/>
                </a:ext>
              </a:extLst>
            </p:cNvPr>
            <p:cNvSpPr/>
            <p:nvPr/>
          </p:nvSpPr>
          <p:spPr>
            <a:xfrm>
              <a:off x="2540000" y="2510288"/>
              <a:ext cx="7397630" cy="2468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7590A0-3CD0-6123-9DA8-37E3C3081A6F}"/>
                </a:ext>
              </a:extLst>
            </p:cNvPr>
            <p:cNvSpPr txBox="1"/>
            <p:nvPr/>
          </p:nvSpPr>
          <p:spPr>
            <a:xfrm>
              <a:off x="5213317" y="4435789"/>
              <a:ext cx="2050996" cy="4982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GraphEngine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FBC507B-693F-713C-08B2-2CAFFF11B25E}"/>
                </a:ext>
              </a:extLst>
            </p:cNvPr>
            <p:cNvCxnSpPr>
              <a:cxnSpLocks/>
              <a:stCxn id="4" idx="0"/>
              <a:endCxn id="20" idx="1"/>
            </p:cNvCxnSpPr>
            <p:nvPr/>
          </p:nvCxnSpPr>
          <p:spPr>
            <a:xfrm flipV="1">
              <a:off x="6238815" y="3885541"/>
              <a:ext cx="1168925" cy="5502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D0E75B-CB71-A531-6D67-92CF047BE99F}"/>
                </a:ext>
              </a:extLst>
            </p:cNvPr>
            <p:cNvGrpSpPr/>
            <p:nvPr/>
          </p:nvGrpSpPr>
          <p:grpSpPr>
            <a:xfrm>
              <a:off x="6613237" y="2570381"/>
              <a:ext cx="3241090" cy="1712804"/>
              <a:chOff x="6613237" y="2570381"/>
              <a:chExt cx="3241090" cy="171280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D9208FA-133C-F8CC-8901-E0B50C199DC8}"/>
                  </a:ext>
                </a:extLst>
              </p:cNvPr>
              <p:cNvSpPr/>
              <p:nvPr/>
            </p:nvSpPr>
            <p:spPr>
              <a:xfrm>
                <a:off x="6613237" y="2570381"/>
                <a:ext cx="3241090" cy="1712804"/>
              </a:xfrm>
              <a:prstGeom prst="rect">
                <a:avLst/>
              </a:prstGeom>
              <a:solidFill>
                <a:schemeClr val="accent1">
                  <a:alpha val="25046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D70CFE8-B10E-AB53-29D3-77E1E603C6D2}"/>
                  </a:ext>
                </a:extLst>
              </p:cNvPr>
              <p:cNvSpPr/>
              <p:nvPr/>
            </p:nvSpPr>
            <p:spPr>
              <a:xfrm>
                <a:off x="7407740" y="3587789"/>
                <a:ext cx="1643617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GraphBase*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223CC95-A6EC-FD07-01C3-AE033B486DA6}"/>
                  </a:ext>
                </a:extLst>
              </p:cNvPr>
              <p:cNvSpPr/>
              <p:nvPr/>
            </p:nvSpPr>
            <p:spPr>
              <a:xfrm>
                <a:off x="6683801" y="2629453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NodeCursor*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AEDFDBF-0DF3-C2FA-811B-8BC157206C01}"/>
                  </a:ext>
                </a:extLst>
              </p:cNvPr>
              <p:cNvSpPr/>
              <p:nvPr/>
            </p:nvSpPr>
            <p:spPr>
              <a:xfrm>
                <a:off x="8249503" y="2635104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EdgeCursor*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F1F2E70-B55A-0347-7FF5-2D734D1DEA8B}"/>
                  </a:ext>
                </a:extLst>
              </p:cNvPr>
              <p:cNvCxnSpPr>
                <a:cxnSpLocks/>
                <a:stCxn id="20" idx="0"/>
                <a:endCxn id="21" idx="2"/>
              </p:cNvCxnSpPr>
              <p:nvPr/>
            </p:nvCxnSpPr>
            <p:spPr>
              <a:xfrm flipH="1" flipV="1">
                <a:off x="7444509" y="3224956"/>
                <a:ext cx="785040" cy="3628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542FB865-F5C6-BC6F-555E-FC1E78CE2B9C}"/>
                  </a:ext>
                </a:extLst>
              </p:cNvPr>
              <p:cNvCxnSpPr>
                <a:cxnSpLocks/>
                <a:stCxn id="20" idx="0"/>
                <a:endCxn id="22" idx="2"/>
              </p:cNvCxnSpPr>
              <p:nvPr/>
            </p:nvCxnSpPr>
            <p:spPr>
              <a:xfrm flipV="1">
                <a:off x="8229549" y="3230607"/>
                <a:ext cx="780662" cy="3571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D8429F-1916-E3EB-9639-C469D19782E1}"/>
                </a:ext>
              </a:extLst>
            </p:cNvPr>
            <p:cNvSpPr txBox="1"/>
            <p:nvPr/>
          </p:nvSpPr>
          <p:spPr>
            <a:xfrm>
              <a:off x="5973620" y="3150562"/>
              <a:ext cx="500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300756E-267F-32E5-50B1-910DEEF6EFDB}"/>
                </a:ext>
              </a:extLst>
            </p:cNvPr>
            <p:cNvCxnSpPr>
              <a:cxnSpLocks/>
              <a:stCxn id="4" idx="0"/>
              <a:endCxn id="14" idx="3"/>
            </p:cNvCxnSpPr>
            <p:nvPr/>
          </p:nvCxnSpPr>
          <p:spPr>
            <a:xfrm flipH="1" flipV="1">
              <a:off x="5028236" y="3886410"/>
              <a:ext cx="1210579" cy="5493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784A5A-BC47-5991-D2FB-FEB564935F5B}"/>
                </a:ext>
              </a:extLst>
            </p:cNvPr>
            <p:cNvSpPr txBox="1"/>
            <p:nvPr/>
          </p:nvSpPr>
          <p:spPr>
            <a:xfrm>
              <a:off x="7402540" y="4536886"/>
              <a:ext cx="23968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Application Process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9C85314-76E1-0254-15AE-FD1514DE838E}"/>
                </a:ext>
              </a:extLst>
            </p:cNvPr>
            <p:cNvGrpSpPr/>
            <p:nvPr/>
          </p:nvGrpSpPr>
          <p:grpSpPr>
            <a:xfrm>
              <a:off x="2590116" y="2571250"/>
              <a:ext cx="3241090" cy="1712804"/>
              <a:chOff x="6613237" y="2570381"/>
              <a:chExt cx="3241090" cy="171280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BD03C1-B5F1-4DEA-987B-BF6B45B4F2D8}"/>
                  </a:ext>
                </a:extLst>
              </p:cNvPr>
              <p:cNvSpPr/>
              <p:nvPr/>
            </p:nvSpPr>
            <p:spPr>
              <a:xfrm>
                <a:off x="6613237" y="2570381"/>
                <a:ext cx="3241090" cy="1712804"/>
              </a:xfrm>
              <a:prstGeom prst="rect">
                <a:avLst/>
              </a:prstGeom>
              <a:solidFill>
                <a:schemeClr val="accent1">
                  <a:alpha val="25046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50AAA0-D195-66EB-4D80-46EC799586D1}"/>
                  </a:ext>
                </a:extLst>
              </p:cNvPr>
              <p:cNvSpPr/>
              <p:nvPr/>
            </p:nvSpPr>
            <p:spPr>
              <a:xfrm>
                <a:off x="7407740" y="3587789"/>
                <a:ext cx="1643617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GraphBase*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16D0CE9-EEB7-248A-BA02-E9AA9CB2DC45}"/>
                  </a:ext>
                </a:extLst>
              </p:cNvPr>
              <p:cNvSpPr/>
              <p:nvPr/>
            </p:nvSpPr>
            <p:spPr>
              <a:xfrm>
                <a:off x="6683801" y="2629453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OutCursor*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EE0852A-754B-C565-2D96-50F6365AB726}"/>
                  </a:ext>
                </a:extLst>
              </p:cNvPr>
              <p:cNvSpPr/>
              <p:nvPr/>
            </p:nvSpPr>
            <p:spPr>
              <a:xfrm>
                <a:off x="8249503" y="2635104"/>
                <a:ext cx="1521415" cy="59550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InCursor*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B61D645-A9DE-4819-149A-BBC4A4F7F50B}"/>
                  </a:ext>
                </a:extLst>
              </p:cNvPr>
              <p:cNvCxnSpPr>
                <a:cxnSpLocks/>
                <a:stCxn id="14" idx="0"/>
                <a:endCxn id="15" idx="2"/>
              </p:cNvCxnSpPr>
              <p:nvPr/>
            </p:nvCxnSpPr>
            <p:spPr>
              <a:xfrm flipH="1" flipV="1">
                <a:off x="7444509" y="3224956"/>
                <a:ext cx="785040" cy="3628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7DFB34C-C990-CAE1-C2CD-1084952AC18D}"/>
                  </a:ext>
                </a:extLst>
              </p:cNvPr>
              <p:cNvCxnSpPr>
                <a:cxnSpLocks/>
                <a:stCxn id="14" idx="0"/>
                <a:endCxn id="16" idx="2"/>
              </p:cNvCxnSpPr>
              <p:nvPr/>
            </p:nvCxnSpPr>
            <p:spPr>
              <a:xfrm flipV="1">
                <a:off x="8229549" y="3230607"/>
                <a:ext cx="780662" cy="3571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8F0CE2-63F9-EA2E-1F3B-D11164A7E0C5}"/>
                </a:ext>
              </a:extLst>
            </p:cNvPr>
            <p:cNvSpPr txBox="1"/>
            <p:nvPr/>
          </p:nvSpPr>
          <p:spPr>
            <a:xfrm>
              <a:off x="2532756" y="3921475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Thread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sz="16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CEA9AD-A9E0-4D45-1BB9-0A8A92F82BCF}"/>
                </a:ext>
              </a:extLst>
            </p:cNvPr>
            <p:cNvSpPr txBox="1"/>
            <p:nvPr/>
          </p:nvSpPr>
          <p:spPr>
            <a:xfrm>
              <a:off x="9063944" y="3965665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Thread</a:t>
              </a:r>
              <a:r>
                <a:rPr lang="en-US" sz="14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US" sz="1600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46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2C786B-C767-2886-36B4-054BA81D5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556719"/>
              </p:ext>
            </p:extLst>
          </p:nvPr>
        </p:nvGraphicFramePr>
        <p:xfrm>
          <a:off x="4117089" y="138021"/>
          <a:ext cx="6703047" cy="52467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6565">
                  <a:extLst>
                    <a:ext uri="{9D8B030D-6E8A-4147-A177-3AD203B41FA5}">
                      <a16:colId xmlns:a16="http://schemas.microsoft.com/office/drawing/2014/main" val="2062954445"/>
                    </a:ext>
                  </a:extLst>
                </a:gridCol>
                <a:gridCol w="1871931">
                  <a:extLst>
                    <a:ext uri="{9D8B030D-6E8A-4147-A177-3AD203B41FA5}">
                      <a16:colId xmlns:a16="http://schemas.microsoft.com/office/drawing/2014/main" val="2087398900"/>
                    </a:ext>
                  </a:extLst>
                </a:gridCol>
                <a:gridCol w="1923691">
                  <a:extLst>
                    <a:ext uri="{9D8B030D-6E8A-4147-A177-3AD203B41FA5}">
                      <a16:colId xmlns:a16="http://schemas.microsoft.com/office/drawing/2014/main" val="1770002106"/>
                    </a:ext>
                  </a:extLst>
                </a:gridCol>
                <a:gridCol w="1520860">
                  <a:extLst>
                    <a:ext uri="{9D8B030D-6E8A-4147-A177-3AD203B41FA5}">
                      <a16:colId xmlns:a16="http://schemas.microsoft.com/office/drawing/2014/main" val="1863599714"/>
                    </a:ext>
                  </a:extLst>
                </a:gridCol>
              </a:tblGrid>
              <a:tr h="638356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305657"/>
                  </a:ext>
                </a:extLst>
              </a:tr>
              <a:tr h="403141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7714449"/>
                  </a:ext>
                </a:extLst>
              </a:tr>
              <a:tr h="1720958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Property Graphs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 snapshots of Property Graphs?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66023"/>
                  </a:ext>
                </a:extLst>
              </a:tr>
              <a:tr h="2186425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Structural Graphs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Teseo</a:t>
                      </a:r>
                      <a:b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Sortledton</a:t>
                      </a:r>
                      <a:b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GraphOne</a:t>
                      </a:r>
                    </a:p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LLAMA</a:t>
                      </a:r>
                    </a:p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Kickstarter</a:t>
                      </a:r>
                      <a:b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GraphBolt</a:t>
                      </a:r>
                      <a:b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STINGER</a:t>
                      </a:r>
                      <a:b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019718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94C2C74-5959-872D-97F6-0AEB921A2458}"/>
              </a:ext>
            </a:extLst>
          </p:cNvPr>
          <p:cNvGrpSpPr/>
          <p:nvPr/>
        </p:nvGrpSpPr>
        <p:grpSpPr>
          <a:xfrm>
            <a:off x="5759574" y="5509180"/>
            <a:ext cx="4465080" cy="648000"/>
            <a:chOff x="1261465" y="2655144"/>
            <a:chExt cx="4465080" cy="64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ADEA5E-A127-E32F-28DB-6E25A2976080}"/>
                </a:ext>
              </a:extLst>
            </p:cNvPr>
            <p:cNvSpPr/>
            <p:nvPr/>
          </p:nvSpPr>
          <p:spPr>
            <a:xfrm>
              <a:off x="1261465" y="2655144"/>
              <a:ext cx="648000" cy="648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197DC3-CCC9-974E-6013-0C85F8C2EDAA}"/>
                </a:ext>
              </a:extLst>
            </p:cNvPr>
            <p:cNvSpPr txBox="1"/>
            <p:nvPr/>
          </p:nvSpPr>
          <p:spPr>
            <a:xfrm>
              <a:off x="1909464" y="2655144"/>
              <a:ext cx="381708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This combination could exist, I don’t know which system implements 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81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48E62A24-1A10-1BA0-A4E0-52B50F56700B}"/>
              </a:ext>
            </a:extLst>
          </p:cNvPr>
          <p:cNvSpPr/>
          <p:nvPr/>
        </p:nvSpPr>
        <p:spPr>
          <a:xfrm>
            <a:off x="4010464" y="2105845"/>
            <a:ext cx="4171071" cy="566627"/>
          </a:xfrm>
          <a:custGeom>
            <a:avLst/>
            <a:gdLst>
              <a:gd name="connsiteX0" fmla="*/ 164145 w 3004458"/>
              <a:gd name="connsiteY0" fmla="*/ 0 h 433140"/>
              <a:gd name="connsiteX1" fmla="*/ 2822261 w 3004458"/>
              <a:gd name="connsiteY1" fmla="*/ 2 h 433140"/>
              <a:gd name="connsiteX2" fmla="*/ 2822265 w 3004458"/>
              <a:gd name="connsiteY2" fmla="*/ 1 h 433140"/>
              <a:gd name="connsiteX3" fmla="*/ 2822269 w 3004458"/>
              <a:gd name="connsiteY3" fmla="*/ 2 h 433140"/>
              <a:gd name="connsiteX4" fmla="*/ 2867810 w 3004458"/>
              <a:gd name="connsiteY4" fmla="*/ 2 h 433140"/>
              <a:gd name="connsiteX5" fmla="*/ 2867813 w 3004458"/>
              <a:gd name="connsiteY5" fmla="*/ 0 h 433140"/>
              <a:gd name="connsiteX6" fmla="*/ 2878724 w 3004458"/>
              <a:gd name="connsiteY6" fmla="*/ 4401 h 433140"/>
              <a:gd name="connsiteX7" fmla="*/ 2887072 w 3004458"/>
              <a:gd name="connsiteY7" fmla="*/ 14765 h 433140"/>
              <a:gd name="connsiteX8" fmla="*/ 2893183 w 3004458"/>
              <a:gd name="connsiteY8" fmla="*/ 17020 h 433140"/>
              <a:gd name="connsiteX9" fmla="*/ 3004458 w 3004458"/>
              <a:gd name="connsiteY9" fmla="*/ 216570 h 433140"/>
              <a:gd name="connsiteX10" fmla="*/ 2893183 w 3004458"/>
              <a:gd name="connsiteY10" fmla="*/ 416120 h 433140"/>
              <a:gd name="connsiteX11" fmla="*/ 2887072 w 3004458"/>
              <a:gd name="connsiteY11" fmla="*/ 418375 h 433140"/>
              <a:gd name="connsiteX12" fmla="*/ 2878724 w 3004458"/>
              <a:gd name="connsiteY12" fmla="*/ 428740 h 433140"/>
              <a:gd name="connsiteX13" fmla="*/ 2867813 w 3004458"/>
              <a:gd name="connsiteY13" fmla="*/ 433140 h 433140"/>
              <a:gd name="connsiteX14" fmla="*/ 182197 w 3004458"/>
              <a:gd name="connsiteY14" fmla="*/ 433139 h 433140"/>
              <a:gd name="connsiteX15" fmla="*/ 182193 w 3004458"/>
              <a:gd name="connsiteY15" fmla="*/ 433139 h 433140"/>
              <a:gd name="connsiteX16" fmla="*/ 182189 w 3004458"/>
              <a:gd name="connsiteY16" fmla="*/ 433139 h 433140"/>
              <a:gd name="connsiteX17" fmla="*/ 164145 w 3004458"/>
              <a:gd name="connsiteY17" fmla="*/ 433139 h 433140"/>
              <a:gd name="connsiteX18" fmla="*/ 156515 w 3004458"/>
              <a:gd name="connsiteY18" fmla="*/ 430062 h 433140"/>
              <a:gd name="connsiteX19" fmla="*/ 145475 w 3004458"/>
              <a:gd name="connsiteY19" fmla="*/ 428739 h 433140"/>
              <a:gd name="connsiteX20" fmla="*/ 0 w 3004458"/>
              <a:gd name="connsiteY20" fmla="*/ 216570 h 433140"/>
              <a:gd name="connsiteX21" fmla="*/ 145475 w 3004458"/>
              <a:gd name="connsiteY21" fmla="*/ 4401 h 433140"/>
              <a:gd name="connsiteX22" fmla="*/ 156512 w 3004458"/>
              <a:gd name="connsiteY22" fmla="*/ 3079 h 4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004458" h="433140">
                <a:moveTo>
                  <a:pt x="164145" y="0"/>
                </a:moveTo>
                <a:lnTo>
                  <a:pt x="2822261" y="2"/>
                </a:lnTo>
                <a:lnTo>
                  <a:pt x="2822265" y="1"/>
                </a:lnTo>
                <a:lnTo>
                  <a:pt x="2822269" y="2"/>
                </a:lnTo>
                <a:lnTo>
                  <a:pt x="2867810" y="2"/>
                </a:lnTo>
                <a:lnTo>
                  <a:pt x="2867813" y="0"/>
                </a:lnTo>
                <a:cubicBezTo>
                  <a:pt x="2871551" y="0"/>
                  <a:pt x="2875200" y="1516"/>
                  <a:pt x="2878724" y="4401"/>
                </a:cubicBezTo>
                <a:lnTo>
                  <a:pt x="2887072" y="14765"/>
                </a:lnTo>
                <a:lnTo>
                  <a:pt x="2893183" y="17020"/>
                </a:lnTo>
                <a:cubicBezTo>
                  <a:pt x="2958575" y="49897"/>
                  <a:pt x="3004458" y="126864"/>
                  <a:pt x="3004458" y="216570"/>
                </a:cubicBezTo>
                <a:cubicBezTo>
                  <a:pt x="3004458" y="306276"/>
                  <a:pt x="2958575" y="383243"/>
                  <a:pt x="2893183" y="416120"/>
                </a:cubicBezTo>
                <a:lnTo>
                  <a:pt x="2887072" y="418375"/>
                </a:lnTo>
                <a:lnTo>
                  <a:pt x="2878724" y="428740"/>
                </a:lnTo>
                <a:cubicBezTo>
                  <a:pt x="2875200" y="431625"/>
                  <a:pt x="2871551" y="433140"/>
                  <a:pt x="2867813" y="433140"/>
                </a:cubicBezTo>
                <a:lnTo>
                  <a:pt x="182197" y="433139"/>
                </a:lnTo>
                <a:lnTo>
                  <a:pt x="182193" y="433139"/>
                </a:lnTo>
                <a:lnTo>
                  <a:pt x="182189" y="433139"/>
                </a:lnTo>
                <a:lnTo>
                  <a:pt x="164145" y="433139"/>
                </a:lnTo>
                <a:lnTo>
                  <a:pt x="156515" y="430062"/>
                </a:lnTo>
                <a:lnTo>
                  <a:pt x="145475" y="428739"/>
                </a:lnTo>
                <a:cubicBezTo>
                  <a:pt x="62453" y="408545"/>
                  <a:pt x="0" y="321227"/>
                  <a:pt x="0" y="216570"/>
                </a:cubicBezTo>
                <a:cubicBezTo>
                  <a:pt x="0" y="111913"/>
                  <a:pt x="62453" y="24595"/>
                  <a:pt x="145475" y="4401"/>
                </a:cubicBezTo>
                <a:lnTo>
                  <a:pt x="156512" y="3079"/>
                </a:lnTo>
                <a:close/>
              </a:path>
            </a:pathLst>
          </a:custGeom>
          <a:gradFill flip="none" rotWithShape="1">
            <a:gsLst>
              <a:gs pos="0">
                <a:srgbClr val="FFF33B"/>
              </a:gs>
              <a:gs pos="23000">
                <a:srgbClr val="FDC70C"/>
              </a:gs>
              <a:gs pos="69000">
                <a:srgbClr val="ED683C"/>
              </a:gs>
              <a:gs pos="44022">
                <a:srgbClr val="F3903F"/>
              </a:gs>
              <a:gs pos="97000">
                <a:srgbClr val="E93E3A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F63B08-3CFC-F5E4-8D4B-AFEFFBEEB69A}"/>
              </a:ext>
            </a:extLst>
          </p:cNvPr>
          <p:cNvCxnSpPr/>
          <p:nvPr/>
        </p:nvCxnSpPr>
        <p:spPr>
          <a:xfrm>
            <a:off x="4355123" y="2824611"/>
            <a:ext cx="333404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63E097-2297-4C01-AF36-571EF498197E}"/>
              </a:ext>
            </a:extLst>
          </p:cNvPr>
          <p:cNvSpPr txBox="1"/>
          <p:nvPr/>
        </p:nvSpPr>
        <p:spPr>
          <a:xfrm>
            <a:off x="3313997" y="2149252"/>
            <a:ext cx="631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Point</a:t>
            </a:r>
            <a:br>
              <a:rPr lang="en-US" dirty="0"/>
            </a:br>
            <a:r>
              <a:rPr lang="en-US" dirty="0"/>
              <a:t>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250BF-5C44-D4DB-2D05-461F5705AF86}"/>
              </a:ext>
            </a:extLst>
          </p:cNvPr>
          <p:cNvSpPr txBox="1"/>
          <p:nvPr/>
        </p:nvSpPr>
        <p:spPr>
          <a:xfrm>
            <a:off x="8217166" y="2064846"/>
            <a:ext cx="1584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Whole graph</a:t>
            </a:r>
            <a:br>
              <a:rPr lang="en-US" dirty="0"/>
            </a:br>
            <a:r>
              <a:rPr lang="en-US" dirty="0"/>
              <a:t>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61052-A6F4-08FB-F88F-A70C7CA33D3A}"/>
              </a:ext>
            </a:extLst>
          </p:cNvPr>
          <p:cNvSpPr txBox="1"/>
          <p:nvPr/>
        </p:nvSpPr>
        <p:spPr>
          <a:xfrm>
            <a:off x="4593947" y="2746219"/>
            <a:ext cx="309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query complexity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BAB5E-F553-FB97-A96E-F459C495EA7F}"/>
              </a:ext>
            </a:extLst>
          </p:cNvPr>
          <p:cNvSpPr txBox="1"/>
          <p:nvPr/>
        </p:nvSpPr>
        <p:spPr>
          <a:xfrm>
            <a:off x="4101676" y="2236299"/>
            <a:ext cx="6527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OLTP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9E7F7-605B-C25E-70B9-7BE8157F4C12}"/>
              </a:ext>
            </a:extLst>
          </p:cNvPr>
          <p:cNvSpPr txBox="1"/>
          <p:nvPr/>
        </p:nvSpPr>
        <p:spPr>
          <a:xfrm>
            <a:off x="7517343" y="2236299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OLAP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A7A155B-1A5B-3774-6851-F670F2F08D3F}"/>
              </a:ext>
            </a:extLst>
          </p:cNvPr>
          <p:cNvGrpSpPr/>
          <p:nvPr/>
        </p:nvGrpSpPr>
        <p:grpSpPr>
          <a:xfrm>
            <a:off x="2554934" y="2921891"/>
            <a:ext cx="7173244" cy="443079"/>
            <a:chOff x="2572799" y="3105834"/>
            <a:chExt cx="7173244" cy="44307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253028C-3DB0-88E1-D6E3-0E473B6E5E1D}"/>
                </a:ext>
              </a:extLst>
            </p:cNvPr>
            <p:cNvCxnSpPr>
              <a:cxnSpLocks/>
            </p:cNvCxnSpPr>
            <p:nvPr/>
          </p:nvCxnSpPr>
          <p:spPr>
            <a:xfrm>
              <a:off x="4101676" y="3364247"/>
              <a:ext cx="42827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563DA9-C6B0-0818-D281-47FDCFE7CD3D}"/>
                </a:ext>
              </a:extLst>
            </p:cNvPr>
            <p:cNvSpPr txBox="1"/>
            <p:nvPr/>
          </p:nvSpPr>
          <p:spPr>
            <a:xfrm>
              <a:off x="2572799" y="3105834"/>
              <a:ext cx="152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Write-heavy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6D33A7-345F-D658-1A5F-C14A17749A85}"/>
                </a:ext>
              </a:extLst>
            </p:cNvPr>
            <p:cNvSpPr txBox="1"/>
            <p:nvPr/>
          </p:nvSpPr>
          <p:spPr>
            <a:xfrm>
              <a:off x="8217166" y="3179581"/>
              <a:ext cx="1528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Read-Only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B70644-8B6A-EDC7-AC13-02DF0784EB23}"/>
              </a:ext>
            </a:extLst>
          </p:cNvPr>
          <p:cNvGrpSpPr/>
          <p:nvPr/>
        </p:nvGrpSpPr>
        <p:grpSpPr>
          <a:xfrm>
            <a:off x="2554934" y="3355976"/>
            <a:ext cx="7316038" cy="700769"/>
            <a:chOff x="2628678" y="3863084"/>
            <a:chExt cx="7316038" cy="700769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977876B-5256-AC66-DD3C-ED727952C0CB}"/>
                </a:ext>
              </a:extLst>
            </p:cNvPr>
            <p:cNvCxnSpPr>
              <a:cxnSpLocks/>
            </p:cNvCxnSpPr>
            <p:nvPr/>
          </p:nvCxnSpPr>
          <p:spPr>
            <a:xfrm>
              <a:off x="4157555" y="4121497"/>
              <a:ext cx="428273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146770-D3EB-A36B-0624-A2798A9276EE}"/>
                </a:ext>
              </a:extLst>
            </p:cNvPr>
            <p:cNvSpPr txBox="1"/>
            <p:nvPr/>
          </p:nvSpPr>
          <p:spPr>
            <a:xfrm>
              <a:off x="2628678" y="3863084"/>
              <a:ext cx="15288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Property Graphs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77557A-59D1-713A-6FAB-929526CCFE72}"/>
                </a:ext>
              </a:extLst>
            </p:cNvPr>
            <p:cNvSpPr txBox="1"/>
            <p:nvPr/>
          </p:nvSpPr>
          <p:spPr>
            <a:xfrm>
              <a:off x="8181307" y="3917522"/>
              <a:ext cx="1763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Structural Graphs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1A9BBF4-0C09-EFB2-9CD6-0086C389E7AB}"/>
              </a:ext>
            </a:extLst>
          </p:cNvPr>
          <p:cNvSpPr txBox="1"/>
          <p:nvPr/>
        </p:nvSpPr>
        <p:spPr>
          <a:xfrm>
            <a:off x="4240049" y="1497635"/>
            <a:ext cx="1606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Neighborhood</a:t>
            </a:r>
            <a:br>
              <a:rPr lang="en-US" dirty="0"/>
            </a:br>
            <a:r>
              <a:rPr lang="en-US" dirty="0"/>
              <a:t>queries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FB817C-727E-6319-7753-7D535569762E}"/>
              </a:ext>
            </a:extLst>
          </p:cNvPr>
          <p:cNvSpPr txBox="1"/>
          <p:nvPr/>
        </p:nvSpPr>
        <p:spPr>
          <a:xfrm>
            <a:off x="6445768" y="1690904"/>
            <a:ext cx="107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Traversal</a:t>
            </a:r>
          </a:p>
        </p:txBody>
      </p:sp>
    </p:spTree>
    <p:extLst>
      <p:ext uri="{BB962C8B-B14F-4D97-AF65-F5344CB8AC3E}">
        <p14:creationId xmlns:p14="http://schemas.microsoft.com/office/powerpoint/2010/main" val="80364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114</Words>
  <Application>Microsoft Macintosh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6</cp:revision>
  <dcterms:created xsi:type="dcterms:W3CDTF">2024-06-30T03:20:58Z</dcterms:created>
  <dcterms:modified xsi:type="dcterms:W3CDTF">2024-07-10T04:14:31Z</dcterms:modified>
</cp:coreProperties>
</file>