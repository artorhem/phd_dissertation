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8"/>
    <p:restoredTop sz="94719"/>
  </p:normalViewPr>
  <p:slideViewPr>
    <p:cSldViewPr snapToGrid="0">
      <p:cViewPr varScale="1">
        <p:scale>
          <a:sx n="124" d="100"/>
          <a:sy n="124" d="100"/>
        </p:scale>
        <p:origin x="200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7AED0-8708-13F5-6414-9E849A9F2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BB8900-4F10-BFC3-1A48-314FF79CF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6A198-F81B-F29E-9605-620BC77F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C8D97-F327-DA8F-5EE2-A1E7695EC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269FC3-EFF8-ABF5-B4D5-842900AD0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453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4401F-9916-7880-20F9-17E3ACD7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62B35-9703-315F-FBFC-F4CD29868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8AF49-32CA-F02E-6C2A-5F4916624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F5C0F-CF6D-1644-BCCB-B388F4A6F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8DD0A-BA77-8D76-61AF-574AA891F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144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5660F-5507-D4C3-B7C4-731E8F8AE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F6649-D7ED-B151-B5DF-35EBB0E18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A5750-F66D-F397-6633-CD83505A5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6F4B2-CA71-539B-EA81-1AD845303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1A246-3FD5-85CD-E62D-B4CF7B07F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74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F6C5F-9461-0428-08E6-0A9B2ED71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10E99-55A3-D299-85C6-73FEE76BFF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1EE54C-264B-EB08-CB68-8B50ED3B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300C58-7328-EC03-A1B8-934783522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F502E-5706-C4C1-E993-8F8DED5C3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4FCE1-7676-31F6-DC12-D003C7184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340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0104A-9186-9A01-90E4-B997492DC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F8B590-4BE7-95BB-A6C5-F5537CA37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828729-4D16-8873-0D9E-0D7C3BCC9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FBA68F-38DB-11F6-FD17-63C83981B3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0BA178-87F0-DA8B-59E5-49A5717E45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745DEC-BF1D-0173-98BC-57740076B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9DF4A8-05C6-274F-56FD-4AE016882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592F39-5D4F-D996-0DBC-A0CAD001B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082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61EC8-8131-62F9-23C2-1CF0E66AA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818867-9888-F2FE-CE00-27BAF28AB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14B8ED-86C9-F6A4-C865-DF9F3ABB3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55EC10-FDE2-2729-B5CE-54391ADF0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215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3F4FF1-4766-BD35-219D-3A99DBAED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8605D9-5BD3-5A40-B05B-65534FDA8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5F76D-7DE9-1A48-7066-6F455BF61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88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3A9CB-E871-9373-4745-9F92766B1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4E491-17D7-8F46-0FAE-1900EA3EA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8771A-097C-2489-FF29-2B05350E5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D02D1C-F448-FF93-4BE4-2F9F4D5B9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DB332-A3F4-6003-5A2B-E5779B4E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2E6909-4DF4-CA7E-1F91-69B243E57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666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EB288-5F03-9518-34E7-F655FA9D0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7DED13-FD45-646F-3DF8-384F8B0223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EB0317-45EE-BE2A-7C19-8D766EB96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95ABF0-50A7-8C78-34C7-1002DC57A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C08B3A-94FB-9156-C49D-0097EAAD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71BBB5-6174-26E5-B6F9-74764E0FE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50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88228-FF49-3846-20EA-9DC735E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51107-4F0F-2188-FC1A-39152ABBB8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0F461-70AA-7FE8-731D-D678B889B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CCC31-D264-7BDC-C292-5EEBF8DF9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85A1A-84C0-B9FE-E874-208812FB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4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49CB64-22E3-6B2D-F286-B34EA0F25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F47E8B-AFD8-810F-CFD4-58E1A0134A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3C1F2-60C7-0FDA-3D0E-C02EF6E1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204EF-21AA-70E0-7252-E606E9A58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C30B1D-4C31-7195-7848-235CC239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801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B01402-389D-6690-6692-D52D72F4C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055C14-0712-9E0E-F914-03B0885E22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37884-947B-1C69-F1C3-CB14D2A228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A1BEC-2BF3-E549-B749-A0163A5C48C8}" type="datetimeFigureOut">
              <a:rPr lang="en-US" smtClean="0"/>
              <a:t>6/29/24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4C957-34C9-98C6-64FD-BD2521AD49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FAE68-E550-A5C0-3774-C009EA9A9C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30E1D7-908E-044B-BB9B-70A7C6B9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231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ABD2871A-60FE-274B-DB9C-ED347FF563E3}"/>
              </a:ext>
            </a:extLst>
          </p:cNvPr>
          <p:cNvGrpSpPr/>
          <p:nvPr/>
        </p:nvGrpSpPr>
        <p:grpSpPr>
          <a:xfrm>
            <a:off x="2532756" y="2510288"/>
            <a:ext cx="7404874" cy="2468112"/>
            <a:chOff x="2532756" y="2510288"/>
            <a:chExt cx="7404874" cy="246811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524421E-A09C-7137-8F47-95EE8A435DA3}"/>
                </a:ext>
              </a:extLst>
            </p:cNvPr>
            <p:cNvSpPr/>
            <p:nvPr/>
          </p:nvSpPr>
          <p:spPr>
            <a:xfrm>
              <a:off x="2540000" y="2510288"/>
              <a:ext cx="7397630" cy="246811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2CCD6A-2D40-26EC-2D19-F8DF3DEFF9AC}"/>
                </a:ext>
              </a:extLst>
            </p:cNvPr>
            <p:cNvSpPr txBox="1"/>
            <p:nvPr/>
          </p:nvSpPr>
          <p:spPr>
            <a:xfrm>
              <a:off x="5213317" y="4435789"/>
              <a:ext cx="2050996" cy="49827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WT_CONNECTION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BEEBD6B-AE01-3695-33F1-6AEDAD123413}"/>
                </a:ext>
              </a:extLst>
            </p:cNvPr>
            <p:cNvCxnSpPr>
              <a:cxnSpLocks/>
              <a:stCxn id="6" idx="0"/>
              <a:endCxn id="7" idx="1"/>
            </p:cNvCxnSpPr>
            <p:nvPr/>
          </p:nvCxnSpPr>
          <p:spPr>
            <a:xfrm flipV="1">
              <a:off x="6238815" y="3885541"/>
              <a:ext cx="1168925" cy="5502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DC381DF-67FC-1DA6-D924-A5C18C5BB369}"/>
                </a:ext>
              </a:extLst>
            </p:cNvPr>
            <p:cNvGrpSpPr/>
            <p:nvPr/>
          </p:nvGrpSpPr>
          <p:grpSpPr>
            <a:xfrm>
              <a:off x="6613237" y="2570381"/>
              <a:ext cx="3241090" cy="1712804"/>
              <a:chOff x="6613237" y="2570381"/>
              <a:chExt cx="3241090" cy="1712804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2020A6A-E661-40A5-BE15-BB5756A94046}"/>
                  </a:ext>
                </a:extLst>
              </p:cNvPr>
              <p:cNvSpPr/>
              <p:nvPr/>
            </p:nvSpPr>
            <p:spPr>
              <a:xfrm>
                <a:off x="6613237" y="2570381"/>
                <a:ext cx="3241090" cy="1712804"/>
              </a:xfrm>
              <a:prstGeom prst="rect">
                <a:avLst/>
              </a:prstGeom>
              <a:solidFill>
                <a:schemeClr val="accent1">
                  <a:alpha val="25046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88B93DF-8EBE-4782-C4F6-BEE5AF893A1F}"/>
                  </a:ext>
                </a:extLst>
              </p:cNvPr>
              <p:cNvSpPr/>
              <p:nvPr/>
            </p:nvSpPr>
            <p:spPr>
              <a:xfrm>
                <a:off x="7407740" y="3587789"/>
                <a:ext cx="1643617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WT_SESSION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173260-F4E8-6E3F-5F8E-AE2F88F7B488}"/>
                  </a:ext>
                </a:extLst>
              </p:cNvPr>
              <p:cNvSpPr/>
              <p:nvPr/>
            </p:nvSpPr>
            <p:spPr>
              <a:xfrm>
                <a:off x="6683801" y="2629453"/>
                <a:ext cx="1521415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WT_CURSOR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5E040C4-C227-32AC-D10E-31FE84B09298}"/>
                  </a:ext>
                </a:extLst>
              </p:cNvPr>
              <p:cNvSpPr/>
              <p:nvPr/>
            </p:nvSpPr>
            <p:spPr>
              <a:xfrm>
                <a:off x="8249503" y="2635104"/>
                <a:ext cx="1521415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WT_CURSOR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0572F35-9920-1526-4EFC-0911F66980BA}"/>
                  </a:ext>
                </a:extLst>
              </p:cNvPr>
              <p:cNvCxnSpPr>
                <a:cxnSpLocks/>
                <a:stCxn id="7" idx="0"/>
                <a:endCxn id="9" idx="2"/>
              </p:cNvCxnSpPr>
              <p:nvPr/>
            </p:nvCxnSpPr>
            <p:spPr>
              <a:xfrm flipH="1" flipV="1">
                <a:off x="7444509" y="3224956"/>
                <a:ext cx="785040" cy="36283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E8C1E45-C475-6682-D823-115B015C0C04}"/>
                  </a:ext>
                </a:extLst>
              </p:cNvPr>
              <p:cNvCxnSpPr>
                <a:cxnSpLocks/>
                <a:stCxn id="7" idx="0"/>
                <a:endCxn id="10" idx="2"/>
              </p:cNvCxnSpPr>
              <p:nvPr/>
            </p:nvCxnSpPr>
            <p:spPr>
              <a:xfrm flipV="1">
                <a:off x="8229549" y="3230607"/>
                <a:ext cx="780662" cy="3571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03ED05-B746-A7DF-A940-825A976EFC5B}"/>
                </a:ext>
              </a:extLst>
            </p:cNvPr>
            <p:cNvSpPr txBox="1"/>
            <p:nvPr/>
          </p:nvSpPr>
          <p:spPr>
            <a:xfrm>
              <a:off x="5973620" y="3150562"/>
              <a:ext cx="50063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DCB4622-1337-85D7-6689-E9C66745A3C9}"/>
                </a:ext>
              </a:extLst>
            </p:cNvPr>
            <p:cNvCxnSpPr>
              <a:cxnSpLocks/>
              <a:stCxn id="6" idx="0"/>
              <a:endCxn id="64" idx="3"/>
            </p:cNvCxnSpPr>
            <p:nvPr/>
          </p:nvCxnSpPr>
          <p:spPr>
            <a:xfrm flipH="1" flipV="1">
              <a:off x="5028236" y="3886410"/>
              <a:ext cx="1210579" cy="5493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EB10262-1252-D176-A2D6-360454E9B1C1}"/>
                </a:ext>
              </a:extLst>
            </p:cNvPr>
            <p:cNvSpPr txBox="1"/>
            <p:nvPr/>
          </p:nvSpPr>
          <p:spPr>
            <a:xfrm>
              <a:off x="7402540" y="4536886"/>
              <a:ext cx="23968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Application Process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9C4B06D0-892A-011E-5017-6EF987C95AC7}"/>
                </a:ext>
              </a:extLst>
            </p:cNvPr>
            <p:cNvGrpSpPr/>
            <p:nvPr/>
          </p:nvGrpSpPr>
          <p:grpSpPr>
            <a:xfrm>
              <a:off x="2590116" y="2571250"/>
              <a:ext cx="3241090" cy="1712804"/>
              <a:chOff x="6613237" y="2570381"/>
              <a:chExt cx="3241090" cy="1712804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3E047431-F3CB-78BF-F5B3-D359612BC66B}"/>
                  </a:ext>
                </a:extLst>
              </p:cNvPr>
              <p:cNvSpPr/>
              <p:nvPr/>
            </p:nvSpPr>
            <p:spPr>
              <a:xfrm>
                <a:off x="6613237" y="2570381"/>
                <a:ext cx="3241090" cy="1712804"/>
              </a:xfrm>
              <a:prstGeom prst="rect">
                <a:avLst/>
              </a:prstGeom>
              <a:solidFill>
                <a:schemeClr val="accent1">
                  <a:alpha val="25046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AD6C8B15-2310-B28B-C38A-866A08231DC2}"/>
                  </a:ext>
                </a:extLst>
              </p:cNvPr>
              <p:cNvSpPr/>
              <p:nvPr/>
            </p:nvSpPr>
            <p:spPr>
              <a:xfrm>
                <a:off x="7407740" y="3587789"/>
                <a:ext cx="1643617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WT_SESSION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69E74FD9-F1B4-55F1-6576-1339C62F845E}"/>
                  </a:ext>
                </a:extLst>
              </p:cNvPr>
              <p:cNvSpPr/>
              <p:nvPr/>
            </p:nvSpPr>
            <p:spPr>
              <a:xfrm>
                <a:off x="6683801" y="2629453"/>
                <a:ext cx="1521415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WT_CURSOR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EE160F4-4888-FCE9-9D35-541D75CE4B00}"/>
                  </a:ext>
                </a:extLst>
              </p:cNvPr>
              <p:cNvSpPr/>
              <p:nvPr/>
            </p:nvSpPr>
            <p:spPr>
              <a:xfrm>
                <a:off x="8249503" y="2635104"/>
                <a:ext cx="1521415" cy="59550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WT_CURSOR</a:t>
                </a:r>
              </a:p>
            </p:txBody>
          </p: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4F9F061-BC6E-8D6D-B0DF-2462EC8241D1}"/>
                  </a:ext>
                </a:extLst>
              </p:cNvPr>
              <p:cNvCxnSpPr>
                <a:cxnSpLocks/>
                <a:stCxn id="64" idx="0"/>
                <a:endCxn id="65" idx="2"/>
              </p:cNvCxnSpPr>
              <p:nvPr/>
            </p:nvCxnSpPr>
            <p:spPr>
              <a:xfrm flipH="1" flipV="1">
                <a:off x="7444509" y="3224956"/>
                <a:ext cx="785040" cy="36283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Arrow Connector 67">
                <a:extLst>
                  <a:ext uri="{FF2B5EF4-FFF2-40B4-BE49-F238E27FC236}">
                    <a16:creationId xmlns:a16="http://schemas.microsoft.com/office/drawing/2014/main" id="{A15EC551-D4E2-4694-895F-51B88F70A035}"/>
                  </a:ext>
                </a:extLst>
              </p:cNvPr>
              <p:cNvCxnSpPr>
                <a:cxnSpLocks/>
                <a:stCxn id="64" idx="0"/>
                <a:endCxn id="66" idx="2"/>
              </p:cNvCxnSpPr>
              <p:nvPr/>
            </p:nvCxnSpPr>
            <p:spPr>
              <a:xfrm flipV="1">
                <a:off x="8229549" y="3230607"/>
                <a:ext cx="780662" cy="3571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2E86EC5-AE53-2882-ACE5-ACA28C696E11}"/>
                </a:ext>
              </a:extLst>
            </p:cNvPr>
            <p:cNvSpPr txBox="1"/>
            <p:nvPr/>
          </p:nvSpPr>
          <p:spPr>
            <a:xfrm>
              <a:off x="2532756" y="3921475"/>
              <a:ext cx="8178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Thread</a:t>
              </a:r>
              <a:r>
                <a:rPr lang="en-US" sz="14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en-US" sz="16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3822065-90D7-3033-118B-04E7B4A7FC24}"/>
                </a:ext>
              </a:extLst>
            </p:cNvPr>
            <p:cNvSpPr txBox="1"/>
            <p:nvPr/>
          </p:nvSpPr>
          <p:spPr>
            <a:xfrm>
              <a:off x="9063944" y="3965665"/>
              <a:ext cx="8178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Thread</a:t>
              </a:r>
              <a:r>
                <a:rPr lang="en-US" sz="14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en-US" sz="16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5579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26</Words>
  <Application>Microsoft Macintosh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2</cp:revision>
  <dcterms:created xsi:type="dcterms:W3CDTF">2024-06-30T03:20:58Z</dcterms:created>
  <dcterms:modified xsi:type="dcterms:W3CDTF">2024-06-30T06:26:43Z</dcterms:modified>
</cp:coreProperties>
</file>