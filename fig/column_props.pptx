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1E4"/>
    <a:srgbClr val="E0E0FF"/>
    <a:srgbClr val="EDEBEC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3"/>
    <p:restoredTop sz="94643"/>
  </p:normalViewPr>
  <p:slideViewPr>
    <p:cSldViewPr snapToGrid="0">
      <p:cViewPr>
        <p:scale>
          <a:sx n="283" d="100"/>
          <a:sy n="283" d="100"/>
        </p:scale>
        <p:origin x="2800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7E9FA-52A5-11D4-A437-2A9182CA1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47DE8-16B3-071C-FF32-5E3A93381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94D9A-4EA6-8BDA-F4C6-D358479FF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6429C-4C86-D443-A428-A3E58AD95276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83C16-6723-3C4C-EDE5-CB222D728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AD653-CB9B-5111-216B-A1E9D54B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1CCAC-8B79-C64D-AF94-4B64D8092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12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2DE6E-A749-279F-698C-93AACC84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0632B-00E8-3A89-BC63-CC9B5CFD2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E4C95-444B-0CB2-2AF5-188629C1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6429C-4C86-D443-A428-A3E58AD95276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F84CB-CE28-5242-89E0-38C443250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583B1-CAE1-3C60-7A01-DEEF24017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1CCAC-8B79-C64D-AF94-4B64D8092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3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1F99C-355F-F373-76F5-1309A8E97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DA519-EBA4-D5C2-EFB0-2B56DBC1A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8B9F4-3A04-A613-20A7-9E13B7C57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6429C-4C86-D443-A428-A3E58AD95276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EFCA3-11E8-1817-D60E-2287DF02A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7FAFF-87C3-FD7A-8621-495DE7947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1CCAC-8B79-C64D-AF94-4B64D8092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87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059D-FB09-CD8E-535E-E5ECB875D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79DE5-52DC-E446-5842-611FA7C05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CB357-EAFA-A3FC-D1A2-7EC6719DD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E45B2-C26B-2C0B-0887-4F8519FE5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6429C-4C86-D443-A428-A3E58AD95276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7CAEF-715F-7542-D2BE-F81B701D2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CC7C2-9EFA-73A4-454E-2F36817A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1CCAC-8B79-C64D-AF94-4B64D8092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09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BA8E7-72C6-4FBE-FBED-57E570AA2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1159B-87F1-EFBD-44B2-32FC7FAF2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C243-EB41-ACED-7922-B6295F6BE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8B8550-CDB1-CBCB-DEB7-C00E5F51F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2340C-805A-4072-B02B-0FDBAD1C2A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7B3A32-E952-C1B1-382D-6A3D11DD1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6429C-4C86-D443-A428-A3E58AD95276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30A9F-3E2A-987E-CFF7-7F07D629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C5383E-C20D-4574-0BA8-0142EC01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1CCAC-8B79-C64D-AF94-4B64D8092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11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88C2F-BFEA-578F-2E85-1266971D1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2C7D30-B159-567A-CE93-64467B46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6429C-4C86-D443-A428-A3E58AD95276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533EE2-5CA6-AF42-2D72-E51D833A0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529D0-AACF-DC76-CA12-A0D7E564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1CCAC-8B79-C64D-AF94-4B64D8092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4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101D4-987F-8EC4-209A-6984DCA04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6429C-4C86-D443-A428-A3E58AD95276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D1481-FCAA-F9EC-BEF2-6C9CF98A1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C029F-DA36-3841-863F-B91F272E6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1CCAC-8B79-C64D-AF94-4B64D8092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54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F2E9-57AF-CD57-14E4-84D452AAB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BAA2E-E4FB-1DAF-3138-B3AFA420B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66991-A062-1945-7973-C26FEEA75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8D9BE-5630-2D89-2C01-A99FFC664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6429C-4C86-D443-A428-A3E58AD95276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9ECC5-C854-7CAC-69BE-3C93A2C0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BBB44-96A7-78CA-189F-9C9301AD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1CCAC-8B79-C64D-AF94-4B64D8092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92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2BBF-8A67-BC40-25C8-642F3F7A1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67FE2-C82C-9D9C-14BF-7613583045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6967C-6409-3339-E2B2-5BC6395EE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8C133-B46F-52FB-A114-E2838C0B4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6429C-4C86-D443-A428-A3E58AD95276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D2682-8759-9C4D-2DE8-EAD9FD2E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D9190-DD9D-B479-D96C-B7868CE6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1CCAC-8B79-C64D-AF94-4B64D8092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9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F2F69-C729-63E0-4326-5EE9F33A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56D59-B1A3-6FFD-49B4-A329A0688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F8695-2545-D3C7-D247-D3C8DA869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6429C-4C86-D443-A428-A3E58AD95276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F7846-D053-5ED2-0C92-806EE4E7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D1841-F6E4-8A7A-DF79-4617A3204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1CCAC-8B79-C64D-AF94-4B64D8092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76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F69E23-F30A-61B8-3052-C6C508A093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073FA-743E-2259-A084-6D55EC8DC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65D9A-DE46-F9C8-33DD-68B067C6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6429C-4C86-D443-A428-A3E58AD95276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0BF0D-3480-0F1D-6B32-61A5CC6FF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1FFA2-E140-2BCA-AFFD-936D2E95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1CCAC-8B79-C64D-AF94-4B64D8092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29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97C080-80AE-FF16-ABE0-59E351BFD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A128D-C3E9-E8E9-46C2-E87FD1A8B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A1570-7230-4687-1710-F13B5D8D9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6429C-4C86-D443-A428-A3E58AD95276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4F5EE-0C3E-245F-D9BC-DAD6F2E54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0CFE9-F6CD-AAF9-8AF3-587F552BF4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1CCAC-8B79-C64D-AF94-4B64D8092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624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F2E8A03F-2C0C-38FB-6D5F-A5B3DEF2F8A3}"/>
              </a:ext>
            </a:extLst>
          </p:cNvPr>
          <p:cNvGrpSpPr/>
          <p:nvPr/>
        </p:nvGrpSpPr>
        <p:grpSpPr>
          <a:xfrm>
            <a:off x="41054" y="865600"/>
            <a:ext cx="7501205" cy="2010815"/>
            <a:chOff x="41054" y="865600"/>
            <a:chExt cx="7501205" cy="2010815"/>
          </a:xfrm>
        </p:grpSpPr>
        <p:graphicFrame>
          <p:nvGraphicFramePr>
            <p:cNvPr id="2" name="Table 1">
              <a:extLst>
                <a:ext uri="{FF2B5EF4-FFF2-40B4-BE49-F238E27FC236}">
                  <a16:creationId xmlns:a16="http://schemas.microsoft.com/office/drawing/2014/main" id="{B62601AD-A8E4-DF68-06A2-E6A8966782D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82362987"/>
                </p:ext>
              </p:extLst>
            </p:nvPr>
          </p:nvGraphicFramePr>
          <p:xfrm>
            <a:off x="150609" y="1260818"/>
            <a:ext cx="3033894" cy="134112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502005">
                    <a:extLst>
                      <a:ext uri="{9D8B030D-6E8A-4147-A177-3AD203B41FA5}">
                        <a16:colId xmlns:a16="http://schemas.microsoft.com/office/drawing/2014/main" val="815815516"/>
                      </a:ext>
                    </a:extLst>
                  </a:gridCol>
                  <a:gridCol w="618564">
                    <a:extLst>
                      <a:ext uri="{9D8B030D-6E8A-4147-A177-3AD203B41FA5}">
                        <a16:colId xmlns:a16="http://schemas.microsoft.com/office/drawing/2014/main" val="3960621698"/>
                      </a:ext>
                    </a:extLst>
                  </a:gridCol>
                  <a:gridCol w="960505">
                    <a:extLst>
                      <a:ext uri="{9D8B030D-6E8A-4147-A177-3AD203B41FA5}">
                        <a16:colId xmlns:a16="http://schemas.microsoft.com/office/drawing/2014/main" val="1258028298"/>
                      </a:ext>
                    </a:extLst>
                  </a:gridCol>
                  <a:gridCol w="952820">
                    <a:extLst>
                      <a:ext uri="{9D8B030D-6E8A-4147-A177-3AD203B41FA5}">
                        <a16:colId xmlns:a16="http://schemas.microsoft.com/office/drawing/2014/main" val="3908700700"/>
                      </a:ext>
                    </a:extLst>
                  </a:gridCol>
                </a:tblGrid>
                <a:tr h="18721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b="1" dirty="0" err="1">
                            <a:solidFill>
                              <a:sysClr val="windowText" lastClr="000000"/>
                            </a:solidFill>
                          </a:rPr>
                          <a:t>src</a:t>
                        </a:r>
                        <a:endParaRPr lang="en-US" sz="1600" b="1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b="1" dirty="0" err="1">
                            <a:solidFill>
                              <a:sysClr val="windowText" lastClr="000000"/>
                            </a:solidFill>
                          </a:rPr>
                          <a:t>dst</a:t>
                        </a:r>
                        <a:endParaRPr lang="en-US" sz="1600" b="1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 err="1">
                            <a:solidFill>
                              <a:sysClr val="windowText" lastClr="000000"/>
                            </a:solidFill>
                          </a:rPr>
                          <a:t>in_deg</a:t>
                        </a:r>
                        <a:endParaRPr lang="en-US" sz="16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 err="1">
                            <a:solidFill>
                              <a:sysClr val="windowText" lastClr="000000"/>
                            </a:solidFill>
                          </a:rPr>
                          <a:t>out_deg</a:t>
                        </a:r>
                        <a:endParaRPr lang="en-US" sz="16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150653282"/>
                    </a:ext>
                  </a:extLst>
                </a:tr>
                <a:tr h="214914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P:1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DEB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OOB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DEB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DEB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DEBE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50429625"/>
                    </a:ext>
                  </a:extLst>
                </a:tr>
                <a:tr h="272643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P:1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P:2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 gridSpan="2"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－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extLst>
                    <a:ext uri="{0D108BD9-81ED-4DB2-BD59-A6C34878D82A}">
                      <a16:rowId xmlns:a16="http://schemas.microsoft.com/office/drawing/2014/main" val="1559188497"/>
                    </a:ext>
                  </a:extLst>
                </a:tr>
                <a:tr h="250218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P:2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BEBE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OOB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BEBE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BEBE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BEBEB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222349278"/>
                    </a:ext>
                  </a:extLst>
                </a:tr>
              </a:tbl>
            </a:graphicData>
          </a:graphic>
        </p:graphicFrame>
        <p:sp>
          <p:nvSpPr>
            <p:cNvPr id="3" name="Left Brace 2">
              <a:extLst>
                <a:ext uri="{FF2B5EF4-FFF2-40B4-BE49-F238E27FC236}">
                  <a16:creationId xmlns:a16="http://schemas.microsoft.com/office/drawing/2014/main" id="{4548AA8F-8173-391C-C948-360A7FFE0517}"/>
                </a:ext>
              </a:extLst>
            </p:cNvPr>
            <p:cNvSpPr>
              <a:spLocks/>
            </p:cNvSpPr>
            <p:nvPr/>
          </p:nvSpPr>
          <p:spPr>
            <a:xfrm rot="5400000">
              <a:off x="654853" y="614334"/>
              <a:ext cx="115336" cy="1123824"/>
            </a:xfrm>
            <a:prstGeom prst="leftBrace">
              <a:avLst>
                <a:gd name="adj1" fmla="val 11188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201ADC-A7F8-6547-A1BF-DC002D452EF9}"/>
                </a:ext>
              </a:extLst>
            </p:cNvPr>
            <p:cNvSpPr txBox="1">
              <a:spLocks/>
            </p:cNvSpPr>
            <p:nvPr/>
          </p:nvSpPr>
          <p:spPr>
            <a:xfrm>
              <a:off x="471269" y="875366"/>
              <a:ext cx="4825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/>
                <a:t>key</a:t>
              </a:r>
            </a:p>
          </p:txBody>
        </p:sp>
        <p:sp>
          <p:nvSpPr>
            <p:cNvPr id="15" name="Left Brace 14">
              <a:extLst>
                <a:ext uri="{FF2B5EF4-FFF2-40B4-BE49-F238E27FC236}">
                  <a16:creationId xmlns:a16="http://schemas.microsoft.com/office/drawing/2014/main" id="{7AE36B31-13CA-E00C-6548-26E746D3602A}"/>
                </a:ext>
              </a:extLst>
            </p:cNvPr>
            <p:cNvSpPr>
              <a:spLocks/>
            </p:cNvSpPr>
            <p:nvPr/>
          </p:nvSpPr>
          <p:spPr>
            <a:xfrm rot="5400000">
              <a:off x="2178034" y="228227"/>
              <a:ext cx="102867" cy="1910068"/>
            </a:xfrm>
            <a:prstGeom prst="leftBrace">
              <a:avLst>
                <a:gd name="adj1" fmla="val 85700"/>
                <a:gd name="adj2" fmla="val 49764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59A7E53-C5CE-D8C5-A7C5-16D563A1964C}"/>
                </a:ext>
              </a:extLst>
            </p:cNvPr>
            <p:cNvSpPr txBox="1">
              <a:spLocks/>
            </p:cNvSpPr>
            <p:nvPr/>
          </p:nvSpPr>
          <p:spPr>
            <a:xfrm>
              <a:off x="1908943" y="875366"/>
              <a:ext cx="6592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/>
                <a:t>value</a:t>
              </a:r>
            </a:p>
          </p:txBody>
        </p:sp>
        <p:graphicFrame>
          <p:nvGraphicFramePr>
            <p:cNvPr id="17" name="Table 16">
              <a:extLst>
                <a:ext uri="{FF2B5EF4-FFF2-40B4-BE49-F238E27FC236}">
                  <a16:creationId xmlns:a16="http://schemas.microsoft.com/office/drawing/2014/main" id="{7AD8AD45-4C32-9851-88FE-D56E9CE97E2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64786329"/>
                </p:ext>
              </p:extLst>
            </p:nvPr>
          </p:nvGraphicFramePr>
          <p:xfrm>
            <a:off x="3534626" y="1260818"/>
            <a:ext cx="4007633" cy="107696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515770">
                    <a:extLst>
                      <a:ext uri="{9D8B030D-6E8A-4147-A177-3AD203B41FA5}">
                        <a16:colId xmlns:a16="http://schemas.microsoft.com/office/drawing/2014/main" val="815815516"/>
                      </a:ext>
                    </a:extLst>
                  </a:gridCol>
                  <a:gridCol w="818349">
                    <a:extLst>
                      <a:ext uri="{9D8B030D-6E8A-4147-A177-3AD203B41FA5}">
                        <a16:colId xmlns:a16="http://schemas.microsoft.com/office/drawing/2014/main" val="1258028298"/>
                      </a:ext>
                    </a:extLst>
                  </a:gridCol>
                  <a:gridCol w="883664">
                    <a:extLst>
                      <a:ext uri="{9D8B030D-6E8A-4147-A177-3AD203B41FA5}">
                        <a16:colId xmlns:a16="http://schemas.microsoft.com/office/drawing/2014/main" val="3619833454"/>
                      </a:ext>
                    </a:extLst>
                  </a:gridCol>
                  <a:gridCol w="937452">
                    <a:extLst>
                      <a:ext uri="{9D8B030D-6E8A-4147-A177-3AD203B41FA5}">
                        <a16:colId xmlns:a16="http://schemas.microsoft.com/office/drawing/2014/main" val="629402048"/>
                      </a:ext>
                    </a:extLst>
                  </a:gridCol>
                  <a:gridCol w="852398">
                    <a:extLst>
                      <a:ext uri="{9D8B030D-6E8A-4147-A177-3AD203B41FA5}">
                        <a16:colId xmlns:a16="http://schemas.microsoft.com/office/drawing/2014/main" val="1719870793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b="1" dirty="0">
                            <a:solidFill>
                              <a:sysClr val="windowText" lastClr="000000"/>
                            </a:solidFill>
                          </a:rPr>
                          <a:t>key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 err="1">
                            <a:solidFill>
                              <a:sysClr val="windowText" lastClr="000000"/>
                            </a:solidFill>
                          </a:rPr>
                          <a:t>fName</a:t>
                        </a:r>
                        <a:endParaRPr lang="en-US" sz="16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 err="1">
                            <a:solidFill>
                              <a:sysClr val="windowText" lastClr="000000"/>
                            </a:solidFill>
                          </a:rPr>
                          <a:t>lName</a:t>
                        </a:r>
                        <a:endParaRPr lang="en-US" sz="16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browser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IP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150653282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P:1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DEB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Alice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0E0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Smith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0E0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Chrome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1E4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1.2.3.4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1E4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50429625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P:2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BEBE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Bob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0E0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Michael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0E0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Firefox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1E4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5.6.7.8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1E4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222349278"/>
                    </a:ext>
                  </a:extLst>
                </a:tr>
              </a:tbl>
            </a:graphicData>
          </a:graphic>
        </p:graphicFrame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58FAA47-2189-D4FE-D58B-5EA4912FAA15}"/>
                </a:ext>
              </a:extLst>
            </p:cNvPr>
            <p:cNvSpPr txBox="1">
              <a:spLocks/>
            </p:cNvSpPr>
            <p:nvPr/>
          </p:nvSpPr>
          <p:spPr>
            <a:xfrm>
              <a:off x="5776579" y="868693"/>
              <a:ext cx="17102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cs typeface="Courier New" panose="02070309020205020404" pitchFamily="49" charset="0"/>
                </a:rPr>
                <a:t>colgroup:contact</a:t>
              </a:r>
              <a:endParaRPr lang="en-US" sz="1600" dirty="0">
                <a:cs typeface="Courier New" panose="02070309020205020404" pitchFamily="49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DECD636-D546-D24F-0969-83410AC5FF93}"/>
                </a:ext>
              </a:extLst>
            </p:cNvPr>
            <p:cNvSpPr txBox="1">
              <a:spLocks/>
            </p:cNvSpPr>
            <p:nvPr/>
          </p:nvSpPr>
          <p:spPr>
            <a:xfrm>
              <a:off x="4231454" y="865600"/>
              <a:ext cx="15323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cs typeface="Courier New" panose="02070309020205020404" pitchFamily="49" charset="0"/>
                </a:rPr>
                <a:t>colgroup:name</a:t>
              </a:r>
              <a:endParaRPr lang="en-US" sz="1600" dirty="0">
                <a:cs typeface="Courier New" panose="02070309020205020404" pitchFamily="49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0B7D1C9-8061-BCF3-39CE-C3268EEAA464}"/>
                </a:ext>
              </a:extLst>
            </p:cNvPr>
            <p:cNvSpPr txBox="1"/>
            <p:nvPr/>
          </p:nvSpPr>
          <p:spPr>
            <a:xfrm>
              <a:off x="41054" y="2537861"/>
              <a:ext cx="19127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table:edge_out</a:t>
              </a:r>
              <a:endParaRPr lang="en-US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0D3799F-71A5-4C85-0BCC-7A5B74115B9A}"/>
                </a:ext>
              </a:extLst>
            </p:cNvPr>
            <p:cNvSpPr txBox="1">
              <a:spLocks/>
            </p:cNvSpPr>
            <p:nvPr/>
          </p:nvSpPr>
          <p:spPr>
            <a:xfrm>
              <a:off x="3427290" y="2270278"/>
              <a:ext cx="24064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table:person_props</a:t>
              </a:r>
              <a:endParaRPr lang="en-US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6" name="Left Brace 25">
              <a:extLst>
                <a:ext uri="{FF2B5EF4-FFF2-40B4-BE49-F238E27FC236}">
                  <a16:creationId xmlns:a16="http://schemas.microsoft.com/office/drawing/2014/main" id="{AE832974-DB06-9BED-A46F-37D6B32780AF}"/>
                </a:ext>
              </a:extLst>
            </p:cNvPr>
            <p:cNvSpPr>
              <a:spLocks/>
            </p:cNvSpPr>
            <p:nvPr/>
          </p:nvSpPr>
          <p:spPr>
            <a:xfrm rot="5400000">
              <a:off x="4826817" y="311812"/>
              <a:ext cx="117896" cy="1710974"/>
            </a:xfrm>
            <a:prstGeom prst="leftBrace">
              <a:avLst>
                <a:gd name="adj1" fmla="val 11188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7" name="Left Brace 26">
              <a:extLst>
                <a:ext uri="{FF2B5EF4-FFF2-40B4-BE49-F238E27FC236}">
                  <a16:creationId xmlns:a16="http://schemas.microsoft.com/office/drawing/2014/main" id="{4C9EFD2B-5817-E8B9-F169-7DDC8DCFB9CD}"/>
                </a:ext>
              </a:extLst>
            </p:cNvPr>
            <p:cNvSpPr>
              <a:spLocks/>
            </p:cNvSpPr>
            <p:nvPr/>
          </p:nvSpPr>
          <p:spPr>
            <a:xfrm rot="5400000">
              <a:off x="6576667" y="285739"/>
              <a:ext cx="120460" cy="1765680"/>
            </a:xfrm>
            <a:prstGeom prst="leftBrace">
              <a:avLst>
                <a:gd name="adj1" fmla="val 11188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204640E-1A11-7667-C741-D7075F67334A}"/>
              </a:ext>
            </a:extLst>
          </p:cNvPr>
          <p:cNvGrpSpPr/>
          <p:nvPr/>
        </p:nvGrpSpPr>
        <p:grpSpPr>
          <a:xfrm>
            <a:off x="1134037" y="3100114"/>
            <a:ext cx="6586563" cy="2052000"/>
            <a:chOff x="1134037" y="3100115"/>
            <a:chExt cx="6586563" cy="2213406"/>
          </a:xfrm>
        </p:grpSpPr>
        <p:graphicFrame>
          <p:nvGraphicFramePr>
            <p:cNvPr id="5" name="Table 4">
              <a:extLst>
                <a:ext uri="{FF2B5EF4-FFF2-40B4-BE49-F238E27FC236}">
                  <a16:creationId xmlns:a16="http://schemas.microsoft.com/office/drawing/2014/main" id="{A7C1C355-9E52-B6FE-9630-76F6827BB57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35539441"/>
                </p:ext>
              </p:extLst>
            </p:nvPr>
          </p:nvGraphicFramePr>
          <p:xfrm>
            <a:off x="1134037" y="3473302"/>
            <a:ext cx="6586562" cy="1484967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502534">
                    <a:extLst>
                      <a:ext uri="{9D8B030D-6E8A-4147-A177-3AD203B41FA5}">
                        <a16:colId xmlns:a16="http://schemas.microsoft.com/office/drawing/2014/main" val="815815516"/>
                      </a:ext>
                    </a:extLst>
                  </a:gridCol>
                  <a:gridCol w="612603">
                    <a:extLst>
                      <a:ext uri="{9D8B030D-6E8A-4147-A177-3AD203B41FA5}">
                        <a16:colId xmlns:a16="http://schemas.microsoft.com/office/drawing/2014/main" val="3960621698"/>
                      </a:ext>
                    </a:extLst>
                  </a:gridCol>
                  <a:gridCol w="954940">
                    <a:extLst>
                      <a:ext uri="{9D8B030D-6E8A-4147-A177-3AD203B41FA5}">
                        <a16:colId xmlns:a16="http://schemas.microsoft.com/office/drawing/2014/main" val="1258028298"/>
                      </a:ext>
                    </a:extLst>
                  </a:gridCol>
                  <a:gridCol w="997276">
                    <a:extLst>
                      <a:ext uri="{9D8B030D-6E8A-4147-A177-3AD203B41FA5}">
                        <a16:colId xmlns:a16="http://schemas.microsoft.com/office/drawing/2014/main" val="362820186"/>
                      </a:ext>
                    </a:extLst>
                  </a:gridCol>
                  <a:gridCol w="831561">
                    <a:extLst>
                      <a:ext uri="{9D8B030D-6E8A-4147-A177-3AD203B41FA5}">
                        <a16:colId xmlns:a16="http://schemas.microsoft.com/office/drawing/2014/main" val="3619833454"/>
                      </a:ext>
                    </a:extLst>
                  </a:gridCol>
                  <a:gridCol w="896382">
                    <a:extLst>
                      <a:ext uri="{9D8B030D-6E8A-4147-A177-3AD203B41FA5}">
                        <a16:colId xmlns:a16="http://schemas.microsoft.com/office/drawing/2014/main" val="4093077816"/>
                      </a:ext>
                    </a:extLst>
                  </a:gridCol>
                  <a:gridCol w="973836">
                    <a:extLst>
                      <a:ext uri="{9D8B030D-6E8A-4147-A177-3AD203B41FA5}">
                        <a16:colId xmlns:a16="http://schemas.microsoft.com/office/drawing/2014/main" val="315303614"/>
                      </a:ext>
                    </a:extLst>
                  </a:gridCol>
                  <a:gridCol w="817430">
                    <a:extLst>
                      <a:ext uri="{9D8B030D-6E8A-4147-A177-3AD203B41FA5}">
                        <a16:colId xmlns:a16="http://schemas.microsoft.com/office/drawing/2014/main" val="1271463167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b="1" dirty="0" err="1">
                            <a:solidFill>
                              <a:sysClr val="windowText" lastClr="000000"/>
                            </a:solidFill>
                          </a:rPr>
                          <a:t>src</a:t>
                        </a:r>
                        <a:endParaRPr lang="en-US" sz="1600" b="1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b="1" dirty="0" err="1">
                            <a:solidFill>
                              <a:sysClr val="windowText" lastClr="000000"/>
                            </a:solidFill>
                          </a:rPr>
                          <a:t>dst</a:t>
                        </a:r>
                        <a:endParaRPr lang="en-US" sz="1600" b="1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 err="1">
                            <a:solidFill>
                              <a:sysClr val="windowText" lastClr="000000"/>
                            </a:solidFill>
                          </a:rPr>
                          <a:t>in_deg</a:t>
                        </a:r>
                        <a:endParaRPr lang="en-US" sz="16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>
                            <a:solidFill>
                              <a:sysClr val="windowText" lastClr="000000"/>
                            </a:solidFill>
                          </a:rPr>
                          <a:t>out_deg</a:t>
                        </a:r>
                        <a:endParaRPr lang="en-US" sz="16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>
                            <a:solidFill>
                              <a:sysClr val="windowText" lastClr="000000"/>
                            </a:solidFill>
                          </a:rPr>
                          <a:t>fName</a:t>
                        </a:r>
                        <a:endParaRPr lang="en-US" sz="16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>
                            <a:solidFill>
                              <a:sysClr val="windowText" lastClr="000000"/>
                            </a:solidFill>
                          </a:rPr>
                          <a:t>lName</a:t>
                        </a:r>
                        <a:endParaRPr lang="en-US" sz="16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600">
                            <a:solidFill>
                              <a:sysClr val="windowText" lastClr="000000"/>
                            </a:solidFill>
                          </a:rPr>
                          <a:t>browser</a:t>
                        </a:r>
                        <a:endParaRPr lang="en-US"/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IP</a:t>
                        </a:r>
                        <a:endParaRPr lang="en-US" dirty="0"/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150653282"/>
                    </a:ext>
                  </a:extLst>
                </a:tr>
                <a:tr h="29518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P:1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DEB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OOB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DEB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DEB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DEB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Alice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DEB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Smith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DEB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Chrome</a:t>
                        </a:r>
                        <a:endParaRPr lang="en-US" dirty="0"/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DEB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1.2.3.4</a:t>
                        </a:r>
                        <a:endParaRPr lang="en-US" dirty="0"/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DEBE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50429625"/>
                    </a:ext>
                  </a:extLst>
                </a:tr>
                <a:tr h="223714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P:1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P:2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 gridSpan="6"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－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en-US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extLst>
                    <a:ext uri="{0D108BD9-81ED-4DB2-BD59-A6C34878D82A}">
                      <a16:rowId xmlns:a16="http://schemas.microsoft.com/office/drawing/2014/main" val="1559188497"/>
                    </a:ext>
                  </a:extLst>
                </a:tr>
                <a:tr h="22882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P:2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BEBE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OOB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BEBE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1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BEBE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0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BEBE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Bob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BEBE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Michael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BEBE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Firefox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BEBE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ysClr val="windowText" lastClr="000000"/>
                            </a:solidFill>
                          </a:rPr>
                          <a:t>5.6.7.8</a:t>
                        </a:r>
                      </a:p>
                    </a:txBody>
                    <a:tcPr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BEBEB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222349278"/>
                    </a:ext>
                  </a:extLst>
                </a:tr>
              </a:tbl>
            </a:graphicData>
          </a:graphic>
        </p:graphicFrame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858F6D-4DA6-7AAE-45A2-541DDB60901C}"/>
                </a:ext>
              </a:extLst>
            </p:cNvPr>
            <p:cNvSpPr txBox="1">
              <a:spLocks/>
            </p:cNvSpPr>
            <p:nvPr/>
          </p:nvSpPr>
          <p:spPr>
            <a:xfrm>
              <a:off x="5278798" y="4974967"/>
              <a:ext cx="1371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/>
                <a:t>property blob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FED7E7-1A85-CD36-4B67-00DA4220B774}"/>
                </a:ext>
              </a:extLst>
            </p:cNvPr>
            <p:cNvSpPr txBox="1">
              <a:spLocks/>
            </p:cNvSpPr>
            <p:nvPr/>
          </p:nvSpPr>
          <p:spPr>
            <a:xfrm>
              <a:off x="2824851" y="4949007"/>
              <a:ext cx="7927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/>
                <a:t>degree</a:t>
              </a:r>
            </a:p>
          </p:txBody>
        </p:sp>
        <p:sp>
          <p:nvSpPr>
            <p:cNvPr id="28" name="Left Brace 27">
              <a:extLst>
                <a:ext uri="{FF2B5EF4-FFF2-40B4-BE49-F238E27FC236}">
                  <a16:creationId xmlns:a16="http://schemas.microsoft.com/office/drawing/2014/main" id="{0240294D-47C7-5D1A-F0A1-5BB99C9F8178}"/>
                </a:ext>
              </a:extLst>
            </p:cNvPr>
            <p:cNvSpPr>
              <a:spLocks/>
            </p:cNvSpPr>
            <p:nvPr/>
          </p:nvSpPr>
          <p:spPr>
            <a:xfrm rot="5400000">
              <a:off x="1638281" y="2852941"/>
              <a:ext cx="115336" cy="1123824"/>
            </a:xfrm>
            <a:prstGeom prst="leftBrace">
              <a:avLst>
                <a:gd name="adj1" fmla="val 11188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02F359A-1C00-4F15-4D69-2F56AC92B339}"/>
                </a:ext>
              </a:extLst>
            </p:cNvPr>
            <p:cNvSpPr txBox="1">
              <a:spLocks/>
            </p:cNvSpPr>
            <p:nvPr/>
          </p:nvSpPr>
          <p:spPr>
            <a:xfrm>
              <a:off x="1454697" y="3100115"/>
              <a:ext cx="4825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/>
                <a:t>key</a:t>
              </a:r>
            </a:p>
          </p:txBody>
        </p:sp>
        <p:sp>
          <p:nvSpPr>
            <p:cNvPr id="30" name="Left Brace 29">
              <a:extLst>
                <a:ext uri="{FF2B5EF4-FFF2-40B4-BE49-F238E27FC236}">
                  <a16:creationId xmlns:a16="http://schemas.microsoft.com/office/drawing/2014/main" id="{1FEE7089-D593-A24E-170A-24DF170F5B0C}"/>
                </a:ext>
              </a:extLst>
            </p:cNvPr>
            <p:cNvSpPr>
              <a:spLocks/>
            </p:cNvSpPr>
            <p:nvPr/>
          </p:nvSpPr>
          <p:spPr>
            <a:xfrm rot="5400000">
              <a:off x="4926200" y="678902"/>
              <a:ext cx="126062" cy="5462739"/>
            </a:xfrm>
            <a:prstGeom prst="leftBrace">
              <a:avLst>
                <a:gd name="adj1" fmla="val 85700"/>
                <a:gd name="adj2" fmla="val 49764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9DD3616-FCC6-A1E0-2133-CB5915A45555}"/>
                </a:ext>
              </a:extLst>
            </p:cNvPr>
            <p:cNvSpPr txBox="1">
              <a:spLocks/>
            </p:cNvSpPr>
            <p:nvPr/>
          </p:nvSpPr>
          <p:spPr>
            <a:xfrm>
              <a:off x="4668007" y="3100115"/>
              <a:ext cx="6592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/>
                <a:t>value</a:t>
              </a:r>
            </a:p>
          </p:txBody>
        </p:sp>
        <p:sp>
          <p:nvSpPr>
            <p:cNvPr id="32" name="Left Brace 31">
              <a:extLst>
                <a:ext uri="{FF2B5EF4-FFF2-40B4-BE49-F238E27FC236}">
                  <a16:creationId xmlns:a16="http://schemas.microsoft.com/office/drawing/2014/main" id="{D99321D2-998C-C2CD-EE99-1403F2F33FA2}"/>
                </a:ext>
              </a:extLst>
            </p:cNvPr>
            <p:cNvSpPr>
              <a:spLocks/>
            </p:cNvSpPr>
            <p:nvPr/>
          </p:nvSpPr>
          <p:spPr>
            <a:xfrm rot="16200000">
              <a:off x="3174311" y="4069026"/>
              <a:ext cx="102868" cy="1935770"/>
            </a:xfrm>
            <a:prstGeom prst="leftBrace">
              <a:avLst>
                <a:gd name="adj1" fmla="val 85700"/>
                <a:gd name="adj2" fmla="val 49764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3" name="Left Brace 32">
              <a:extLst>
                <a:ext uri="{FF2B5EF4-FFF2-40B4-BE49-F238E27FC236}">
                  <a16:creationId xmlns:a16="http://schemas.microsoft.com/office/drawing/2014/main" id="{C82E86C0-F271-A5C7-8C93-2A201AD8DBF6}"/>
                </a:ext>
              </a:extLst>
            </p:cNvPr>
            <p:cNvSpPr>
              <a:spLocks/>
            </p:cNvSpPr>
            <p:nvPr/>
          </p:nvSpPr>
          <p:spPr>
            <a:xfrm rot="16200000">
              <a:off x="5893568" y="3275030"/>
              <a:ext cx="102867" cy="3502743"/>
            </a:xfrm>
            <a:prstGeom prst="leftBrace">
              <a:avLst>
                <a:gd name="adj1" fmla="val 85700"/>
                <a:gd name="adj2" fmla="val 49764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1766358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0021F-CA57-7FCA-8657-F9148C3AE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486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108</Words>
  <Application>Microsoft Macintosh PowerPoint</Application>
  <PresentationFormat>Widescreen</PresentationFormat>
  <Paragraphs>67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puneet89@student.ubc.ca</dc:creator>
  <cp:lastModifiedBy>puneet89@student.ubc.ca</cp:lastModifiedBy>
  <cp:revision>4</cp:revision>
  <dcterms:created xsi:type="dcterms:W3CDTF">2026-07-08T22:13:36Z</dcterms:created>
  <dcterms:modified xsi:type="dcterms:W3CDTF">2026-07-09T04:27:30Z</dcterms:modified>
</cp:coreProperties>
</file>